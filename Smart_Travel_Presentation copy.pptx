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0" r:id="rId2"/>
    <p:sldId id="256" r:id="rId3"/>
    <p:sldId id="257" r:id="rId4"/>
    <p:sldId id="258" r:id="rId5"/>
    <p:sldId id="259" r:id="rId6"/>
    <p:sldId id="268" r:id="rId7"/>
    <p:sldId id="265" r:id="rId8"/>
    <p:sldId id="267" r:id="rId9"/>
    <p:sldId id="260" r:id="rId10"/>
    <p:sldId id="261" r:id="rId11"/>
    <p:sldId id="262" r:id="rId12"/>
    <p:sldId id="263" r:id="rId13"/>
    <p:sldId id="266" r:id="rId14"/>
    <p:sldId id="264" r:id="rId15"/>
    <p:sldId id="269"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08"/>
    <p:restoredTop sz="94658"/>
  </p:normalViewPr>
  <p:slideViewPr>
    <p:cSldViewPr snapToGrid="0" snapToObjects="1">
      <p:cViewPr varScale="1">
        <p:scale>
          <a:sx n="120" d="100"/>
          <a:sy n="120" d="100"/>
        </p:scale>
        <p:origin x="2008"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2" Type="http://schemas.openxmlformats.org/officeDocument/2006/relationships/hyperlink" Target="mailto:vakkalsh@mail.uc.edu" TargetMode="External"/><Relationship Id="rId1" Type="http://schemas.openxmlformats.org/officeDocument/2006/relationships/hyperlink" Target="mailto:nagarisn@mail.uc.edu" TargetMode="External"/></Relationships>
</file>

<file path=ppt/diagrams/_rels/data4.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1.xml.rels><?xml version="1.0" encoding="UTF-8" standalone="yes"?>
<Relationships xmlns="http://schemas.openxmlformats.org/package/2006/relationships"><Relationship Id="rId2" Type="http://schemas.openxmlformats.org/officeDocument/2006/relationships/hyperlink" Target="mailto:vakkalsh@mail.uc.edu" TargetMode="External"/><Relationship Id="rId1" Type="http://schemas.openxmlformats.org/officeDocument/2006/relationships/hyperlink" Target="mailto:nagarisn@mail.uc.edu" TargetMode="External"/></Relationships>
</file>

<file path=ppt/diagrams/_rels/drawing4.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CDD6B6-3D53-49A1-8801-0233E6C41FAF}"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8CBFA5A5-ECB2-48EB-BC12-7E13475E3292}">
      <dgm:prSet/>
      <dgm:spPr/>
      <dgm:t>
        <a:bodyPr/>
        <a:lstStyle/>
        <a:p>
          <a:pPr>
            <a:lnSpc>
              <a:spcPct val="100000"/>
            </a:lnSpc>
          </a:pPr>
          <a:r>
            <a:rPr lang="en-US" dirty="0"/>
            <a:t>Sethu Kruthin Nagari  </a:t>
          </a:r>
          <a:r>
            <a:rPr lang="en-US" dirty="0">
              <a:hlinkClick xmlns:r="http://schemas.openxmlformats.org/officeDocument/2006/relationships" r:id="rId1"/>
            </a:rPr>
            <a:t>nagarisn@mail.uc.edu</a:t>
          </a:r>
          <a:endParaRPr lang="en-US" dirty="0"/>
        </a:p>
      </dgm:t>
    </dgm:pt>
    <dgm:pt modelId="{3B9F22FF-2277-4348-841F-8D2CE2166CC6}" type="parTrans" cxnId="{6E104B73-3F70-41D2-ABFD-F6F04630538A}">
      <dgm:prSet/>
      <dgm:spPr/>
      <dgm:t>
        <a:bodyPr/>
        <a:lstStyle/>
        <a:p>
          <a:endParaRPr lang="en-US"/>
        </a:p>
      </dgm:t>
    </dgm:pt>
    <dgm:pt modelId="{9674E2A3-43C8-4886-AFD2-C6C1F9B7C292}" type="sibTrans" cxnId="{6E104B73-3F70-41D2-ABFD-F6F04630538A}">
      <dgm:prSet/>
      <dgm:spPr/>
      <dgm:t>
        <a:bodyPr/>
        <a:lstStyle/>
        <a:p>
          <a:endParaRPr lang="en-US"/>
        </a:p>
      </dgm:t>
    </dgm:pt>
    <dgm:pt modelId="{109B78BD-DCEF-48E6-BA5C-A350F24B1974}">
      <dgm:prSet/>
      <dgm:spPr/>
      <dgm:t>
        <a:bodyPr/>
        <a:lstStyle/>
        <a:p>
          <a:pPr>
            <a:lnSpc>
              <a:spcPct val="100000"/>
            </a:lnSpc>
          </a:pPr>
          <a:r>
            <a:rPr lang="en-US" dirty="0"/>
            <a:t>Sai Venkata Subhash </a:t>
          </a:r>
          <a:r>
            <a:rPr lang="en-US" dirty="0" err="1"/>
            <a:t>Vakkalagadda</a:t>
          </a:r>
          <a:r>
            <a:rPr lang="en-US" dirty="0"/>
            <a:t>  </a:t>
          </a:r>
          <a:r>
            <a:rPr lang="en-US" dirty="0">
              <a:hlinkClick xmlns:r="http://schemas.openxmlformats.org/officeDocument/2006/relationships" r:id="rId2"/>
            </a:rPr>
            <a:t>vakkalsh@mail.uc.edu</a:t>
          </a:r>
          <a:endParaRPr lang="en-US" dirty="0"/>
        </a:p>
      </dgm:t>
    </dgm:pt>
    <dgm:pt modelId="{72A3F389-D884-4C0B-8FCE-922F7C21BDEF}" type="parTrans" cxnId="{D2518F18-37F4-4127-AFBE-D61963DA99BA}">
      <dgm:prSet/>
      <dgm:spPr/>
      <dgm:t>
        <a:bodyPr/>
        <a:lstStyle/>
        <a:p>
          <a:endParaRPr lang="en-US"/>
        </a:p>
      </dgm:t>
    </dgm:pt>
    <dgm:pt modelId="{8EE99A98-4F22-4238-9807-5F042FB47BC1}" type="sibTrans" cxnId="{D2518F18-37F4-4127-AFBE-D61963DA99BA}">
      <dgm:prSet/>
      <dgm:spPr/>
      <dgm:t>
        <a:bodyPr/>
        <a:lstStyle/>
        <a:p>
          <a:endParaRPr lang="en-US"/>
        </a:p>
      </dgm:t>
    </dgm:pt>
    <dgm:pt modelId="{FB232795-D303-486E-8BD9-307F85996B24}">
      <dgm:prSet/>
      <dgm:spPr/>
      <dgm:t>
        <a:bodyPr/>
        <a:lstStyle/>
        <a:p>
          <a:pPr>
            <a:lnSpc>
              <a:spcPct val="100000"/>
            </a:lnSpc>
          </a:pPr>
          <a:r>
            <a:rPr lang="en-US"/>
            <a:t>Advisor: Dr. Nitin Nitin </a:t>
          </a:r>
        </a:p>
      </dgm:t>
    </dgm:pt>
    <dgm:pt modelId="{6D101F40-28DF-4827-83F6-7D22B64915F2}" type="parTrans" cxnId="{DDDE2A18-1F7F-43AB-A22F-842CE5E34D3C}">
      <dgm:prSet/>
      <dgm:spPr/>
      <dgm:t>
        <a:bodyPr/>
        <a:lstStyle/>
        <a:p>
          <a:endParaRPr lang="en-US"/>
        </a:p>
      </dgm:t>
    </dgm:pt>
    <dgm:pt modelId="{9C521BB7-A7DD-4948-9BAE-6EE774661925}" type="sibTrans" cxnId="{DDDE2A18-1F7F-43AB-A22F-842CE5E34D3C}">
      <dgm:prSet/>
      <dgm:spPr/>
      <dgm:t>
        <a:bodyPr/>
        <a:lstStyle/>
        <a:p>
          <a:endParaRPr lang="en-US"/>
        </a:p>
      </dgm:t>
    </dgm:pt>
    <dgm:pt modelId="{6946CF87-153C-1944-9199-44F7245A2C63}" type="pres">
      <dgm:prSet presAssocID="{3DCDD6B6-3D53-49A1-8801-0233E6C41FAF}" presName="diagram" presStyleCnt="0">
        <dgm:presLayoutVars>
          <dgm:dir/>
          <dgm:resizeHandles val="exact"/>
        </dgm:presLayoutVars>
      </dgm:prSet>
      <dgm:spPr/>
    </dgm:pt>
    <dgm:pt modelId="{2A9E18A4-A15F-BE46-B11E-510E404660DD}" type="pres">
      <dgm:prSet presAssocID="{8CBFA5A5-ECB2-48EB-BC12-7E13475E3292}" presName="node" presStyleLbl="node1" presStyleIdx="0" presStyleCnt="3">
        <dgm:presLayoutVars>
          <dgm:bulletEnabled val="1"/>
        </dgm:presLayoutVars>
      </dgm:prSet>
      <dgm:spPr/>
    </dgm:pt>
    <dgm:pt modelId="{1F4B53B7-7128-674D-8FF6-1E7E73921FA5}" type="pres">
      <dgm:prSet presAssocID="{9674E2A3-43C8-4886-AFD2-C6C1F9B7C292}" presName="sibTrans" presStyleCnt="0"/>
      <dgm:spPr/>
    </dgm:pt>
    <dgm:pt modelId="{F1CCFEF8-587C-B449-827C-8E00BBB27131}" type="pres">
      <dgm:prSet presAssocID="{109B78BD-DCEF-48E6-BA5C-A350F24B1974}" presName="node" presStyleLbl="node1" presStyleIdx="1" presStyleCnt="3">
        <dgm:presLayoutVars>
          <dgm:bulletEnabled val="1"/>
        </dgm:presLayoutVars>
      </dgm:prSet>
      <dgm:spPr/>
    </dgm:pt>
    <dgm:pt modelId="{F4BCED58-30AD-984F-B0A5-456141F8E482}" type="pres">
      <dgm:prSet presAssocID="{8EE99A98-4F22-4238-9807-5F042FB47BC1}" presName="sibTrans" presStyleCnt="0"/>
      <dgm:spPr/>
    </dgm:pt>
    <dgm:pt modelId="{EC5DF033-BD0C-584F-B1D1-4573444C43E3}" type="pres">
      <dgm:prSet presAssocID="{FB232795-D303-486E-8BD9-307F85996B24}" presName="node" presStyleLbl="node1" presStyleIdx="2" presStyleCnt="3">
        <dgm:presLayoutVars>
          <dgm:bulletEnabled val="1"/>
        </dgm:presLayoutVars>
      </dgm:prSet>
      <dgm:spPr/>
    </dgm:pt>
  </dgm:ptLst>
  <dgm:cxnLst>
    <dgm:cxn modelId="{DDDE2A18-1F7F-43AB-A22F-842CE5E34D3C}" srcId="{3DCDD6B6-3D53-49A1-8801-0233E6C41FAF}" destId="{FB232795-D303-486E-8BD9-307F85996B24}" srcOrd="2" destOrd="0" parTransId="{6D101F40-28DF-4827-83F6-7D22B64915F2}" sibTransId="{9C521BB7-A7DD-4948-9BAE-6EE774661925}"/>
    <dgm:cxn modelId="{D2518F18-37F4-4127-AFBE-D61963DA99BA}" srcId="{3DCDD6B6-3D53-49A1-8801-0233E6C41FAF}" destId="{109B78BD-DCEF-48E6-BA5C-A350F24B1974}" srcOrd="1" destOrd="0" parTransId="{72A3F389-D884-4C0B-8FCE-922F7C21BDEF}" sibTransId="{8EE99A98-4F22-4238-9807-5F042FB47BC1}"/>
    <dgm:cxn modelId="{BA174A4B-258A-8544-B9C5-305D5B3475B0}" type="presOf" srcId="{109B78BD-DCEF-48E6-BA5C-A350F24B1974}" destId="{F1CCFEF8-587C-B449-827C-8E00BBB27131}" srcOrd="0" destOrd="0" presId="urn:microsoft.com/office/officeart/2005/8/layout/default"/>
    <dgm:cxn modelId="{9BBED055-7EFD-8A4A-96B0-F0D3893EEFFD}" type="presOf" srcId="{8CBFA5A5-ECB2-48EB-BC12-7E13475E3292}" destId="{2A9E18A4-A15F-BE46-B11E-510E404660DD}" srcOrd="0" destOrd="0" presId="urn:microsoft.com/office/officeart/2005/8/layout/default"/>
    <dgm:cxn modelId="{6E104B73-3F70-41D2-ABFD-F6F04630538A}" srcId="{3DCDD6B6-3D53-49A1-8801-0233E6C41FAF}" destId="{8CBFA5A5-ECB2-48EB-BC12-7E13475E3292}" srcOrd="0" destOrd="0" parTransId="{3B9F22FF-2277-4348-841F-8D2CE2166CC6}" sibTransId="{9674E2A3-43C8-4886-AFD2-C6C1F9B7C292}"/>
    <dgm:cxn modelId="{A93218AC-5CB8-9340-A5BD-C2BCD98106A1}" type="presOf" srcId="{3DCDD6B6-3D53-49A1-8801-0233E6C41FAF}" destId="{6946CF87-153C-1944-9199-44F7245A2C63}" srcOrd="0" destOrd="0" presId="urn:microsoft.com/office/officeart/2005/8/layout/default"/>
    <dgm:cxn modelId="{2060C1D3-69E8-A849-B36C-51184E1D5B85}" type="presOf" srcId="{FB232795-D303-486E-8BD9-307F85996B24}" destId="{EC5DF033-BD0C-584F-B1D1-4573444C43E3}" srcOrd="0" destOrd="0" presId="urn:microsoft.com/office/officeart/2005/8/layout/default"/>
    <dgm:cxn modelId="{DC15E7D6-51AA-5C48-A9AC-1ADDB77723C8}" type="presParOf" srcId="{6946CF87-153C-1944-9199-44F7245A2C63}" destId="{2A9E18A4-A15F-BE46-B11E-510E404660DD}" srcOrd="0" destOrd="0" presId="urn:microsoft.com/office/officeart/2005/8/layout/default"/>
    <dgm:cxn modelId="{FA5550A1-6650-8E42-BCCA-290C1AC57FE1}" type="presParOf" srcId="{6946CF87-153C-1944-9199-44F7245A2C63}" destId="{1F4B53B7-7128-674D-8FF6-1E7E73921FA5}" srcOrd="1" destOrd="0" presId="urn:microsoft.com/office/officeart/2005/8/layout/default"/>
    <dgm:cxn modelId="{AB1EFE87-D89C-1B46-B884-F63E2BFCCEAC}" type="presParOf" srcId="{6946CF87-153C-1944-9199-44F7245A2C63}" destId="{F1CCFEF8-587C-B449-827C-8E00BBB27131}" srcOrd="2" destOrd="0" presId="urn:microsoft.com/office/officeart/2005/8/layout/default"/>
    <dgm:cxn modelId="{0BE8AFDC-88A3-4A4E-A363-625A8C63E683}" type="presParOf" srcId="{6946CF87-153C-1944-9199-44F7245A2C63}" destId="{F4BCED58-30AD-984F-B0A5-456141F8E482}" srcOrd="3" destOrd="0" presId="urn:microsoft.com/office/officeart/2005/8/layout/default"/>
    <dgm:cxn modelId="{8E3186FA-CA5E-AB45-940A-A8F57457C994}" type="presParOf" srcId="{6946CF87-153C-1944-9199-44F7245A2C63}" destId="{EC5DF033-BD0C-584F-B1D1-4573444C43E3}"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9000EEE-191D-48C2-8E2E-E51A5D6F66BF}"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5F0D715D-544E-4E92-B7EE-93DFBBCF681C}">
      <dgm:prSet/>
      <dgm:spPr/>
      <dgm:t>
        <a:bodyPr/>
        <a:lstStyle/>
        <a:p>
          <a:r>
            <a:rPr lang="en-US" dirty="0"/>
            <a:t>Limited budget and development time</a:t>
          </a:r>
        </a:p>
      </dgm:t>
    </dgm:pt>
    <dgm:pt modelId="{6B414916-CF7B-4753-BE80-B6F8EA4AA01D}" type="parTrans" cxnId="{1F61CB6C-17C0-454F-8A76-F7E837C073DA}">
      <dgm:prSet/>
      <dgm:spPr/>
      <dgm:t>
        <a:bodyPr/>
        <a:lstStyle/>
        <a:p>
          <a:endParaRPr lang="en-US"/>
        </a:p>
      </dgm:t>
    </dgm:pt>
    <dgm:pt modelId="{D9049A11-9D7A-4F27-92FD-428DA3EEDDF5}" type="sibTrans" cxnId="{1F61CB6C-17C0-454F-8A76-F7E837C073DA}">
      <dgm:prSet/>
      <dgm:spPr/>
      <dgm:t>
        <a:bodyPr/>
        <a:lstStyle/>
        <a:p>
          <a:endParaRPr lang="en-US"/>
        </a:p>
      </dgm:t>
    </dgm:pt>
    <dgm:pt modelId="{684CBFE5-2B94-45A4-AB97-D822F32B6EF0}">
      <dgm:prSet/>
      <dgm:spPr/>
      <dgm:t>
        <a:bodyPr/>
        <a:lstStyle/>
        <a:p>
          <a:r>
            <a:rPr lang="en-US"/>
            <a:t>Dependency on third-party travel APIs</a:t>
          </a:r>
        </a:p>
      </dgm:t>
    </dgm:pt>
    <dgm:pt modelId="{92ED1C48-313F-4B27-8F66-AF8EF8D582E3}" type="parTrans" cxnId="{803FC52C-DE3A-4CB6-8004-9BDDF709FEF0}">
      <dgm:prSet/>
      <dgm:spPr/>
      <dgm:t>
        <a:bodyPr/>
        <a:lstStyle/>
        <a:p>
          <a:endParaRPr lang="en-US"/>
        </a:p>
      </dgm:t>
    </dgm:pt>
    <dgm:pt modelId="{0917D805-3066-433A-B3E4-F30A5775A01E}" type="sibTrans" cxnId="{803FC52C-DE3A-4CB6-8004-9BDDF709FEF0}">
      <dgm:prSet/>
      <dgm:spPr/>
      <dgm:t>
        <a:bodyPr/>
        <a:lstStyle/>
        <a:p>
          <a:endParaRPr lang="en-US"/>
        </a:p>
      </dgm:t>
    </dgm:pt>
    <dgm:pt modelId="{C7CB26ED-3E6E-4820-80CC-F64B30FC20D5}">
      <dgm:prSet/>
      <dgm:spPr/>
      <dgm:t>
        <a:bodyPr/>
        <a:lstStyle/>
        <a:p>
          <a:r>
            <a:rPr lang="en-US"/>
            <a:t>Data privacy and security concerns</a:t>
          </a:r>
        </a:p>
      </dgm:t>
    </dgm:pt>
    <dgm:pt modelId="{CD5EEC7C-ACE9-4FFC-B42F-C91777D5D1B7}" type="parTrans" cxnId="{9916A557-3664-4788-A03C-A01D76C0FDA4}">
      <dgm:prSet/>
      <dgm:spPr/>
      <dgm:t>
        <a:bodyPr/>
        <a:lstStyle/>
        <a:p>
          <a:endParaRPr lang="en-US"/>
        </a:p>
      </dgm:t>
    </dgm:pt>
    <dgm:pt modelId="{78456E75-4804-4232-9FFC-316E69ECE218}" type="sibTrans" cxnId="{9916A557-3664-4788-A03C-A01D76C0FDA4}">
      <dgm:prSet/>
      <dgm:spPr/>
      <dgm:t>
        <a:bodyPr/>
        <a:lstStyle/>
        <a:p>
          <a:endParaRPr lang="en-US"/>
        </a:p>
      </dgm:t>
    </dgm:pt>
    <dgm:pt modelId="{A6E6735A-B60B-411C-9B07-07AEFD9B4B4E}">
      <dgm:prSet/>
      <dgm:spPr/>
      <dgm:t>
        <a:bodyPr/>
        <a:lstStyle/>
        <a:p>
          <a:r>
            <a:rPr lang="en-US"/>
            <a:t>Ensuring real-time response and reliability</a:t>
          </a:r>
        </a:p>
      </dgm:t>
    </dgm:pt>
    <dgm:pt modelId="{D26D1BB6-944E-4979-B1A2-53C1D6CB4E57}" type="parTrans" cxnId="{869F733A-0F26-4040-B6C9-EE039DDA364F}">
      <dgm:prSet/>
      <dgm:spPr/>
      <dgm:t>
        <a:bodyPr/>
        <a:lstStyle/>
        <a:p>
          <a:endParaRPr lang="en-US"/>
        </a:p>
      </dgm:t>
    </dgm:pt>
    <dgm:pt modelId="{41E6FEE5-92F5-4778-AA11-3E33AF523C21}" type="sibTrans" cxnId="{869F733A-0F26-4040-B6C9-EE039DDA364F}">
      <dgm:prSet/>
      <dgm:spPr/>
      <dgm:t>
        <a:bodyPr/>
        <a:lstStyle/>
        <a:p>
          <a:endParaRPr lang="en-US"/>
        </a:p>
      </dgm:t>
    </dgm:pt>
    <dgm:pt modelId="{A5E4FD9C-33AA-A04C-BA6D-FA8AC44D0A2F}" type="pres">
      <dgm:prSet presAssocID="{19000EEE-191D-48C2-8E2E-E51A5D6F66BF}" presName="linear" presStyleCnt="0">
        <dgm:presLayoutVars>
          <dgm:animLvl val="lvl"/>
          <dgm:resizeHandles val="exact"/>
        </dgm:presLayoutVars>
      </dgm:prSet>
      <dgm:spPr/>
    </dgm:pt>
    <dgm:pt modelId="{4B0E3583-0B70-AC43-8BF3-6733D14AAE7F}" type="pres">
      <dgm:prSet presAssocID="{5F0D715D-544E-4E92-B7EE-93DFBBCF681C}" presName="parentText" presStyleLbl="node1" presStyleIdx="0" presStyleCnt="4">
        <dgm:presLayoutVars>
          <dgm:chMax val="0"/>
          <dgm:bulletEnabled val="1"/>
        </dgm:presLayoutVars>
      </dgm:prSet>
      <dgm:spPr/>
    </dgm:pt>
    <dgm:pt modelId="{F22E9082-1BAB-3C4E-8729-6B7C740A60B1}" type="pres">
      <dgm:prSet presAssocID="{D9049A11-9D7A-4F27-92FD-428DA3EEDDF5}" presName="spacer" presStyleCnt="0"/>
      <dgm:spPr/>
    </dgm:pt>
    <dgm:pt modelId="{A518FFF2-83C7-2443-A816-22A3A6A95858}" type="pres">
      <dgm:prSet presAssocID="{684CBFE5-2B94-45A4-AB97-D822F32B6EF0}" presName="parentText" presStyleLbl="node1" presStyleIdx="1" presStyleCnt="4">
        <dgm:presLayoutVars>
          <dgm:chMax val="0"/>
          <dgm:bulletEnabled val="1"/>
        </dgm:presLayoutVars>
      </dgm:prSet>
      <dgm:spPr/>
    </dgm:pt>
    <dgm:pt modelId="{3835785E-EE73-DF4D-9265-5851D544B619}" type="pres">
      <dgm:prSet presAssocID="{0917D805-3066-433A-B3E4-F30A5775A01E}" presName="spacer" presStyleCnt="0"/>
      <dgm:spPr/>
    </dgm:pt>
    <dgm:pt modelId="{B2E2FA7D-EFBF-8C4A-875D-B005DE287DEE}" type="pres">
      <dgm:prSet presAssocID="{C7CB26ED-3E6E-4820-80CC-F64B30FC20D5}" presName="parentText" presStyleLbl="node1" presStyleIdx="2" presStyleCnt="4">
        <dgm:presLayoutVars>
          <dgm:chMax val="0"/>
          <dgm:bulletEnabled val="1"/>
        </dgm:presLayoutVars>
      </dgm:prSet>
      <dgm:spPr/>
    </dgm:pt>
    <dgm:pt modelId="{CE08C8FD-923E-8840-99ED-D1023619A8A2}" type="pres">
      <dgm:prSet presAssocID="{78456E75-4804-4232-9FFC-316E69ECE218}" presName="spacer" presStyleCnt="0"/>
      <dgm:spPr/>
    </dgm:pt>
    <dgm:pt modelId="{F4B6BF5B-25CF-D642-80AC-B2FD2AF2E695}" type="pres">
      <dgm:prSet presAssocID="{A6E6735A-B60B-411C-9B07-07AEFD9B4B4E}" presName="parentText" presStyleLbl="node1" presStyleIdx="3" presStyleCnt="4">
        <dgm:presLayoutVars>
          <dgm:chMax val="0"/>
          <dgm:bulletEnabled val="1"/>
        </dgm:presLayoutVars>
      </dgm:prSet>
      <dgm:spPr/>
    </dgm:pt>
  </dgm:ptLst>
  <dgm:cxnLst>
    <dgm:cxn modelId="{07E1361E-7B6D-3849-A54C-F12A7F5DBFC9}" type="presOf" srcId="{5F0D715D-544E-4E92-B7EE-93DFBBCF681C}" destId="{4B0E3583-0B70-AC43-8BF3-6733D14AAE7F}" srcOrd="0" destOrd="0" presId="urn:microsoft.com/office/officeart/2005/8/layout/vList2"/>
    <dgm:cxn modelId="{803FC52C-DE3A-4CB6-8004-9BDDF709FEF0}" srcId="{19000EEE-191D-48C2-8E2E-E51A5D6F66BF}" destId="{684CBFE5-2B94-45A4-AB97-D822F32B6EF0}" srcOrd="1" destOrd="0" parTransId="{92ED1C48-313F-4B27-8F66-AF8EF8D582E3}" sibTransId="{0917D805-3066-433A-B3E4-F30A5775A01E}"/>
    <dgm:cxn modelId="{A1D1EE34-B5FD-404D-A861-11898FCA9845}" type="presOf" srcId="{684CBFE5-2B94-45A4-AB97-D822F32B6EF0}" destId="{A518FFF2-83C7-2443-A816-22A3A6A95858}" srcOrd="0" destOrd="0" presId="urn:microsoft.com/office/officeart/2005/8/layout/vList2"/>
    <dgm:cxn modelId="{869F733A-0F26-4040-B6C9-EE039DDA364F}" srcId="{19000EEE-191D-48C2-8E2E-E51A5D6F66BF}" destId="{A6E6735A-B60B-411C-9B07-07AEFD9B4B4E}" srcOrd="3" destOrd="0" parTransId="{D26D1BB6-944E-4979-B1A2-53C1D6CB4E57}" sibTransId="{41E6FEE5-92F5-4778-AA11-3E33AF523C21}"/>
    <dgm:cxn modelId="{9916A557-3664-4788-A03C-A01D76C0FDA4}" srcId="{19000EEE-191D-48C2-8E2E-E51A5D6F66BF}" destId="{C7CB26ED-3E6E-4820-80CC-F64B30FC20D5}" srcOrd="2" destOrd="0" parTransId="{CD5EEC7C-ACE9-4FFC-B42F-C91777D5D1B7}" sibTransId="{78456E75-4804-4232-9FFC-316E69ECE218}"/>
    <dgm:cxn modelId="{42C9425A-8C90-3945-B848-69CA44E54D8F}" type="presOf" srcId="{19000EEE-191D-48C2-8E2E-E51A5D6F66BF}" destId="{A5E4FD9C-33AA-A04C-BA6D-FA8AC44D0A2F}" srcOrd="0" destOrd="0" presId="urn:microsoft.com/office/officeart/2005/8/layout/vList2"/>
    <dgm:cxn modelId="{1F61CB6C-17C0-454F-8A76-F7E837C073DA}" srcId="{19000EEE-191D-48C2-8E2E-E51A5D6F66BF}" destId="{5F0D715D-544E-4E92-B7EE-93DFBBCF681C}" srcOrd="0" destOrd="0" parTransId="{6B414916-CF7B-4753-BE80-B6F8EA4AA01D}" sibTransId="{D9049A11-9D7A-4F27-92FD-428DA3EEDDF5}"/>
    <dgm:cxn modelId="{46642A7C-1CC6-2C44-BD28-9CF2C45CC897}" type="presOf" srcId="{C7CB26ED-3E6E-4820-80CC-F64B30FC20D5}" destId="{B2E2FA7D-EFBF-8C4A-875D-B005DE287DEE}" srcOrd="0" destOrd="0" presId="urn:microsoft.com/office/officeart/2005/8/layout/vList2"/>
    <dgm:cxn modelId="{941D0AD2-E62A-8643-8D0D-F9BECCE6E3BC}" type="presOf" srcId="{A6E6735A-B60B-411C-9B07-07AEFD9B4B4E}" destId="{F4B6BF5B-25CF-D642-80AC-B2FD2AF2E695}" srcOrd="0" destOrd="0" presId="urn:microsoft.com/office/officeart/2005/8/layout/vList2"/>
    <dgm:cxn modelId="{480E7F14-752B-FC4B-87EA-8F15D218FAC1}" type="presParOf" srcId="{A5E4FD9C-33AA-A04C-BA6D-FA8AC44D0A2F}" destId="{4B0E3583-0B70-AC43-8BF3-6733D14AAE7F}" srcOrd="0" destOrd="0" presId="urn:microsoft.com/office/officeart/2005/8/layout/vList2"/>
    <dgm:cxn modelId="{1C59B159-F686-1B4E-8C44-FD69E3AB0948}" type="presParOf" srcId="{A5E4FD9C-33AA-A04C-BA6D-FA8AC44D0A2F}" destId="{F22E9082-1BAB-3C4E-8729-6B7C740A60B1}" srcOrd="1" destOrd="0" presId="urn:microsoft.com/office/officeart/2005/8/layout/vList2"/>
    <dgm:cxn modelId="{6BF89E9C-5544-B341-A4FB-162E48CDF1FA}" type="presParOf" srcId="{A5E4FD9C-33AA-A04C-BA6D-FA8AC44D0A2F}" destId="{A518FFF2-83C7-2443-A816-22A3A6A95858}" srcOrd="2" destOrd="0" presId="urn:microsoft.com/office/officeart/2005/8/layout/vList2"/>
    <dgm:cxn modelId="{42298880-3B9A-C74E-92EF-6952B432A6E6}" type="presParOf" srcId="{A5E4FD9C-33AA-A04C-BA6D-FA8AC44D0A2F}" destId="{3835785E-EE73-DF4D-9265-5851D544B619}" srcOrd="3" destOrd="0" presId="urn:microsoft.com/office/officeart/2005/8/layout/vList2"/>
    <dgm:cxn modelId="{4643D2C7-6559-FB43-8289-10D5DAF347FC}" type="presParOf" srcId="{A5E4FD9C-33AA-A04C-BA6D-FA8AC44D0A2F}" destId="{B2E2FA7D-EFBF-8C4A-875D-B005DE287DEE}" srcOrd="4" destOrd="0" presId="urn:microsoft.com/office/officeart/2005/8/layout/vList2"/>
    <dgm:cxn modelId="{5726B162-682D-E240-8ECE-162D140E444A}" type="presParOf" srcId="{A5E4FD9C-33AA-A04C-BA6D-FA8AC44D0A2F}" destId="{CE08C8FD-923E-8840-99ED-D1023619A8A2}" srcOrd="5" destOrd="0" presId="urn:microsoft.com/office/officeart/2005/8/layout/vList2"/>
    <dgm:cxn modelId="{2D44B6EA-D09E-F241-830B-2D28B74D50DE}" type="presParOf" srcId="{A5E4FD9C-33AA-A04C-BA6D-FA8AC44D0A2F}" destId="{F4B6BF5B-25CF-D642-80AC-B2FD2AF2E695}"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47425C9-5960-4720-BFB7-9AC5099B0280}"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876F2D8A-0AC6-40C1-AA70-1B10D5ECB361}">
      <dgm:prSet/>
      <dgm:spPr/>
      <dgm:t>
        <a:bodyPr/>
        <a:lstStyle/>
        <a:p>
          <a:r>
            <a:rPr lang="en-US"/>
            <a:t>Completed requirement gathering and design diagrams</a:t>
          </a:r>
        </a:p>
      </dgm:t>
    </dgm:pt>
    <dgm:pt modelId="{2F88616A-4811-4308-A7F1-EDCA1B06F986}" type="parTrans" cxnId="{EC6B2C83-780C-4B44-B975-602EBACBF733}">
      <dgm:prSet/>
      <dgm:spPr/>
      <dgm:t>
        <a:bodyPr/>
        <a:lstStyle/>
        <a:p>
          <a:endParaRPr lang="en-US"/>
        </a:p>
      </dgm:t>
    </dgm:pt>
    <dgm:pt modelId="{32AC49D5-91AA-44D2-B733-3311EE3D1393}" type="sibTrans" cxnId="{EC6B2C83-780C-4B44-B975-602EBACBF733}">
      <dgm:prSet/>
      <dgm:spPr/>
      <dgm:t>
        <a:bodyPr/>
        <a:lstStyle/>
        <a:p>
          <a:endParaRPr lang="en-US"/>
        </a:p>
      </dgm:t>
    </dgm:pt>
    <dgm:pt modelId="{F134EDC4-2CEB-42AA-A671-DE5C344B3D77}">
      <dgm:prSet/>
      <dgm:spPr/>
      <dgm:t>
        <a:bodyPr/>
        <a:lstStyle/>
        <a:p>
          <a:r>
            <a:rPr lang="en-US"/>
            <a:t>Prototype for itinerary generation completed</a:t>
          </a:r>
        </a:p>
      </dgm:t>
    </dgm:pt>
    <dgm:pt modelId="{3F20F1D1-81EB-45DF-8530-273FA30F5E4E}" type="parTrans" cxnId="{E63C61BC-C1F7-48B6-AF1C-DE138B182313}">
      <dgm:prSet/>
      <dgm:spPr/>
      <dgm:t>
        <a:bodyPr/>
        <a:lstStyle/>
        <a:p>
          <a:endParaRPr lang="en-US"/>
        </a:p>
      </dgm:t>
    </dgm:pt>
    <dgm:pt modelId="{AC3CE1E5-5324-48D2-955B-8F66E1938EA7}" type="sibTrans" cxnId="{E63C61BC-C1F7-48B6-AF1C-DE138B182313}">
      <dgm:prSet/>
      <dgm:spPr/>
      <dgm:t>
        <a:bodyPr/>
        <a:lstStyle/>
        <a:p>
          <a:endParaRPr lang="en-US"/>
        </a:p>
      </dgm:t>
    </dgm:pt>
    <dgm:pt modelId="{559CF878-DC96-426A-8467-0B05F0FBAEE8}">
      <dgm:prSet/>
      <dgm:spPr/>
      <dgm:t>
        <a:bodyPr/>
        <a:lstStyle/>
        <a:p>
          <a:r>
            <a:rPr lang="en-US"/>
            <a:t>Next: Integrate NLP chatbot and real-time booking</a:t>
          </a:r>
        </a:p>
      </dgm:t>
    </dgm:pt>
    <dgm:pt modelId="{F1633D80-8019-4434-A6DE-18401B90ADE2}" type="parTrans" cxnId="{ECBF171B-2EB4-442C-90E7-620E15C531B9}">
      <dgm:prSet/>
      <dgm:spPr/>
      <dgm:t>
        <a:bodyPr/>
        <a:lstStyle/>
        <a:p>
          <a:endParaRPr lang="en-US"/>
        </a:p>
      </dgm:t>
    </dgm:pt>
    <dgm:pt modelId="{78BE6446-9318-4CCA-8547-92B25A8198E2}" type="sibTrans" cxnId="{ECBF171B-2EB4-442C-90E7-620E15C531B9}">
      <dgm:prSet/>
      <dgm:spPr/>
      <dgm:t>
        <a:bodyPr/>
        <a:lstStyle/>
        <a:p>
          <a:endParaRPr lang="en-US"/>
        </a:p>
      </dgm:t>
    </dgm:pt>
    <dgm:pt modelId="{1CD396BB-BD56-C241-8CC9-B364EC7D8EC3}" type="pres">
      <dgm:prSet presAssocID="{B47425C9-5960-4720-BFB7-9AC5099B0280}" presName="linear" presStyleCnt="0">
        <dgm:presLayoutVars>
          <dgm:animLvl val="lvl"/>
          <dgm:resizeHandles val="exact"/>
        </dgm:presLayoutVars>
      </dgm:prSet>
      <dgm:spPr/>
    </dgm:pt>
    <dgm:pt modelId="{E278D1FA-7C86-F047-86F8-1A0CFDBB1CA2}" type="pres">
      <dgm:prSet presAssocID="{876F2D8A-0AC6-40C1-AA70-1B10D5ECB361}" presName="parentText" presStyleLbl="node1" presStyleIdx="0" presStyleCnt="3">
        <dgm:presLayoutVars>
          <dgm:chMax val="0"/>
          <dgm:bulletEnabled val="1"/>
        </dgm:presLayoutVars>
      </dgm:prSet>
      <dgm:spPr/>
    </dgm:pt>
    <dgm:pt modelId="{9A473731-63F9-DA4C-982F-AFFFB3EC7894}" type="pres">
      <dgm:prSet presAssocID="{32AC49D5-91AA-44D2-B733-3311EE3D1393}" presName="spacer" presStyleCnt="0"/>
      <dgm:spPr/>
    </dgm:pt>
    <dgm:pt modelId="{DD174A8E-0E20-C943-B0DF-BC54B07847BA}" type="pres">
      <dgm:prSet presAssocID="{F134EDC4-2CEB-42AA-A671-DE5C344B3D77}" presName="parentText" presStyleLbl="node1" presStyleIdx="1" presStyleCnt="3">
        <dgm:presLayoutVars>
          <dgm:chMax val="0"/>
          <dgm:bulletEnabled val="1"/>
        </dgm:presLayoutVars>
      </dgm:prSet>
      <dgm:spPr/>
    </dgm:pt>
    <dgm:pt modelId="{9840CD45-DB7D-EF42-9765-2CC2E3591671}" type="pres">
      <dgm:prSet presAssocID="{AC3CE1E5-5324-48D2-955B-8F66E1938EA7}" presName="spacer" presStyleCnt="0"/>
      <dgm:spPr/>
    </dgm:pt>
    <dgm:pt modelId="{334440C9-482B-1D4E-AA04-8FFECD0F8D21}" type="pres">
      <dgm:prSet presAssocID="{559CF878-DC96-426A-8467-0B05F0FBAEE8}" presName="parentText" presStyleLbl="node1" presStyleIdx="2" presStyleCnt="3">
        <dgm:presLayoutVars>
          <dgm:chMax val="0"/>
          <dgm:bulletEnabled val="1"/>
        </dgm:presLayoutVars>
      </dgm:prSet>
      <dgm:spPr/>
    </dgm:pt>
  </dgm:ptLst>
  <dgm:cxnLst>
    <dgm:cxn modelId="{DACF7003-4F7E-D945-8326-0176DA0A088B}" type="presOf" srcId="{876F2D8A-0AC6-40C1-AA70-1B10D5ECB361}" destId="{E278D1FA-7C86-F047-86F8-1A0CFDBB1CA2}" srcOrd="0" destOrd="0" presId="urn:microsoft.com/office/officeart/2005/8/layout/vList2"/>
    <dgm:cxn modelId="{61DC5A12-D0AC-6B43-8B79-9E0A833A452A}" type="presOf" srcId="{F134EDC4-2CEB-42AA-A671-DE5C344B3D77}" destId="{DD174A8E-0E20-C943-B0DF-BC54B07847BA}" srcOrd="0" destOrd="0" presId="urn:microsoft.com/office/officeart/2005/8/layout/vList2"/>
    <dgm:cxn modelId="{ECBF171B-2EB4-442C-90E7-620E15C531B9}" srcId="{B47425C9-5960-4720-BFB7-9AC5099B0280}" destId="{559CF878-DC96-426A-8467-0B05F0FBAEE8}" srcOrd="2" destOrd="0" parTransId="{F1633D80-8019-4434-A6DE-18401B90ADE2}" sibTransId="{78BE6446-9318-4CCA-8547-92B25A8198E2}"/>
    <dgm:cxn modelId="{EC6B2C83-780C-4B44-B975-602EBACBF733}" srcId="{B47425C9-5960-4720-BFB7-9AC5099B0280}" destId="{876F2D8A-0AC6-40C1-AA70-1B10D5ECB361}" srcOrd="0" destOrd="0" parTransId="{2F88616A-4811-4308-A7F1-EDCA1B06F986}" sibTransId="{32AC49D5-91AA-44D2-B733-3311EE3D1393}"/>
    <dgm:cxn modelId="{B897BF94-2EB1-784F-8CD0-6A1785C74493}" type="presOf" srcId="{B47425C9-5960-4720-BFB7-9AC5099B0280}" destId="{1CD396BB-BD56-C241-8CC9-B364EC7D8EC3}" srcOrd="0" destOrd="0" presId="urn:microsoft.com/office/officeart/2005/8/layout/vList2"/>
    <dgm:cxn modelId="{FB39E8A0-FCB0-7F41-9098-651693886C59}" type="presOf" srcId="{559CF878-DC96-426A-8467-0B05F0FBAEE8}" destId="{334440C9-482B-1D4E-AA04-8FFECD0F8D21}" srcOrd="0" destOrd="0" presId="urn:microsoft.com/office/officeart/2005/8/layout/vList2"/>
    <dgm:cxn modelId="{E63C61BC-C1F7-48B6-AF1C-DE138B182313}" srcId="{B47425C9-5960-4720-BFB7-9AC5099B0280}" destId="{F134EDC4-2CEB-42AA-A671-DE5C344B3D77}" srcOrd="1" destOrd="0" parTransId="{3F20F1D1-81EB-45DF-8530-273FA30F5E4E}" sibTransId="{AC3CE1E5-5324-48D2-955B-8F66E1938EA7}"/>
    <dgm:cxn modelId="{649BE5DF-F1E1-AB49-897D-BEDFF55B1ECB}" type="presParOf" srcId="{1CD396BB-BD56-C241-8CC9-B364EC7D8EC3}" destId="{E278D1FA-7C86-F047-86F8-1A0CFDBB1CA2}" srcOrd="0" destOrd="0" presId="urn:microsoft.com/office/officeart/2005/8/layout/vList2"/>
    <dgm:cxn modelId="{8546371F-2DCF-7145-A9E9-B48BC628D5D0}" type="presParOf" srcId="{1CD396BB-BD56-C241-8CC9-B364EC7D8EC3}" destId="{9A473731-63F9-DA4C-982F-AFFFB3EC7894}" srcOrd="1" destOrd="0" presId="urn:microsoft.com/office/officeart/2005/8/layout/vList2"/>
    <dgm:cxn modelId="{F5B712ED-BB2A-A94C-BFE8-ECBDC32332BC}" type="presParOf" srcId="{1CD396BB-BD56-C241-8CC9-B364EC7D8EC3}" destId="{DD174A8E-0E20-C943-B0DF-BC54B07847BA}" srcOrd="2" destOrd="0" presId="urn:microsoft.com/office/officeart/2005/8/layout/vList2"/>
    <dgm:cxn modelId="{329B0971-56DE-094A-9D54-E4242E8B5CD0}" type="presParOf" srcId="{1CD396BB-BD56-C241-8CC9-B364EC7D8EC3}" destId="{9840CD45-DB7D-EF42-9765-2CC2E3591671}" srcOrd="3" destOrd="0" presId="urn:microsoft.com/office/officeart/2005/8/layout/vList2"/>
    <dgm:cxn modelId="{E298D595-F8B9-1A42-8B07-C4A3E442BE99}" type="presParOf" srcId="{1CD396BB-BD56-C241-8CC9-B364EC7D8EC3}" destId="{334440C9-482B-1D4E-AA04-8FFECD0F8D21}"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0DC735B-9D25-4057-9D99-633B94A93AB4}"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87E7CF6-ACE8-4AF7-B944-9EAD28076834}">
      <dgm:prSet/>
      <dgm:spPr/>
      <dgm:t>
        <a:bodyPr/>
        <a:lstStyle/>
        <a:p>
          <a:pPr>
            <a:lnSpc>
              <a:spcPct val="100000"/>
            </a:lnSpc>
          </a:pPr>
          <a:r>
            <a:rPr lang="en-US"/>
            <a:t>Fully functional AI travel assistant</a:t>
          </a:r>
        </a:p>
      </dgm:t>
    </dgm:pt>
    <dgm:pt modelId="{73F008C0-0159-4150-8FB9-5EB93F30F24E}" type="parTrans" cxnId="{8BD88E5B-E8F6-4E55-A507-41C8A43777EF}">
      <dgm:prSet/>
      <dgm:spPr/>
      <dgm:t>
        <a:bodyPr/>
        <a:lstStyle/>
        <a:p>
          <a:endParaRPr lang="en-US"/>
        </a:p>
      </dgm:t>
    </dgm:pt>
    <dgm:pt modelId="{4CF42E2B-FDF2-4584-9DC8-F6F980B14141}" type="sibTrans" cxnId="{8BD88E5B-E8F6-4E55-A507-41C8A43777EF}">
      <dgm:prSet/>
      <dgm:spPr/>
      <dgm:t>
        <a:bodyPr/>
        <a:lstStyle/>
        <a:p>
          <a:endParaRPr lang="en-US"/>
        </a:p>
      </dgm:t>
    </dgm:pt>
    <dgm:pt modelId="{A7EEC0DB-134F-4287-A19D-0AB9C3FF6996}">
      <dgm:prSet/>
      <dgm:spPr/>
      <dgm:t>
        <a:bodyPr/>
        <a:lstStyle/>
        <a:p>
          <a:pPr>
            <a:lnSpc>
              <a:spcPct val="100000"/>
            </a:lnSpc>
          </a:pPr>
          <a:r>
            <a:rPr lang="en-US"/>
            <a:t>Seamless API integration</a:t>
          </a:r>
        </a:p>
      </dgm:t>
    </dgm:pt>
    <dgm:pt modelId="{C6CFF268-BAF1-40BB-82FE-2E2F949F2773}" type="parTrans" cxnId="{FBCB9331-381E-4BCC-A379-B579790102F0}">
      <dgm:prSet/>
      <dgm:spPr/>
      <dgm:t>
        <a:bodyPr/>
        <a:lstStyle/>
        <a:p>
          <a:endParaRPr lang="en-US"/>
        </a:p>
      </dgm:t>
    </dgm:pt>
    <dgm:pt modelId="{F41A5526-FEB7-41FC-8CC3-08C79EC133BB}" type="sibTrans" cxnId="{FBCB9331-381E-4BCC-A379-B579790102F0}">
      <dgm:prSet/>
      <dgm:spPr/>
      <dgm:t>
        <a:bodyPr/>
        <a:lstStyle/>
        <a:p>
          <a:endParaRPr lang="en-US"/>
        </a:p>
      </dgm:t>
    </dgm:pt>
    <dgm:pt modelId="{19347E55-ED55-4D55-AF92-8B2D336696CF}">
      <dgm:prSet/>
      <dgm:spPr/>
      <dgm:t>
        <a:bodyPr/>
        <a:lstStyle/>
        <a:p>
          <a:pPr>
            <a:lnSpc>
              <a:spcPct val="100000"/>
            </a:lnSpc>
          </a:pPr>
          <a:r>
            <a:rPr lang="en-US"/>
            <a:t>Automated itinerary generation</a:t>
          </a:r>
        </a:p>
      </dgm:t>
    </dgm:pt>
    <dgm:pt modelId="{6647D23F-D3C0-4B45-B298-AD8706CBE647}" type="parTrans" cxnId="{712F405F-4003-4693-9A57-278F42971CF4}">
      <dgm:prSet/>
      <dgm:spPr/>
      <dgm:t>
        <a:bodyPr/>
        <a:lstStyle/>
        <a:p>
          <a:endParaRPr lang="en-US"/>
        </a:p>
      </dgm:t>
    </dgm:pt>
    <dgm:pt modelId="{AE4DBEBC-19C5-4F5D-B887-E453445AD522}" type="sibTrans" cxnId="{712F405F-4003-4693-9A57-278F42971CF4}">
      <dgm:prSet/>
      <dgm:spPr/>
      <dgm:t>
        <a:bodyPr/>
        <a:lstStyle/>
        <a:p>
          <a:endParaRPr lang="en-US"/>
        </a:p>
      </dgm:t>
    </dgm:pt>
    <dgm:pt modelId="{2D2D4BFF-EFF3-462A-A08D-5E50C9DA4EE3}">
      <dgm:prSet/>
      <dgm:spPr/>
      <dgm:t>
        <a:bodyPr/>
        <a:lstStyle/>
        <a:p>
          <a:pPr>
            <a:lnSpc>
              <a:spcPct val="100000"/>
            </a:lnSpc>
          </a:pPr>
          <a:r>
            <a:rPr lang="en-US"/>
            <a:t>Web interface for live demo</a:t>
          </a:r>
        </a:p>
      </dgm:t>
    </dgm:pt>
    <dgm:pt modelId="{F5401C5F-3DC1-48C7-919A-432F99A4FEF3}" type="parTrans" cxnId="{B6AF358C-28C3-41B5-9D33-B07E1CA7D6F9}">
      <dgm:prSet/>
      <dgm:spPr/>
      <dgm:t>
        <a:bodyPr/>
        <a:lstStyle/>
        <a:p>
          <a:endParaRPr lang="en-US"/>
        </a:p>
      </dgm:t>
    </dgm:pt>
    <dgm:pt modelId="{21FE9D63-78DA-4DC6-AB0B-20E746753FFA}" type="sibTrans" cxnId="{B6AF358C-28C3-41B5-9D33-B07E1CA7D6F9}">
      <dgm:prSet/>
      <dgm:spPr/>
      <dgm:t>
        <a:bodyPr/>
        <a:lstStyle/>
        <a:p>
          <a:endParaRPr lang="en-US"/>
        </a:p>
      </dgm:t>
    </dgm:pt>
    <dgm:pt modelId="{5A233A1A-61F8-479E-9098-33DFA0465976}" type="pres">
      <dgm:prSet presAssocID="{20DC735B-9D25-4057-9D99-633B94A93AB4}" presName="root" presStyleCnt="0">
        <dgm:presLayoutVars>
          <dgm:dir/>
          <dgm:resizeHandles val="exact"/>
        </dgm:presLayoutVars>
      </dgm:prSet>
      <dgm:spPr/>
    </dgm:pt>
    <dgm:pt modelId="{193D0B19-B178-46D7-9DE7-FB35C7BDCE7C}" type="pres">
      <dgm:prSet presAssocID="{787E7CF6-ACE8-4AF7-B944-9EAD28076834}" presName="compNode" presStyleCnt="0"/>
      <dgm:spPr/>
    </dgm:pt>
    <dgm:pt modelId="{1C093BBA-5538-4F30-86CC-DA2A03F5F648}" type="pres">
      <dgm:prSet presAssocID="{787E7CF6-ACE8-4AF7-B944-9EAD28076834}" presName="bgRect" presStyleLbl="bgShp" presStyleIdx="0" presStyleCnt="4"/>
      <dgm:spPr/>
    </dgm:pt>
    <dgm:pt modelId="{D5EE56FA-0B93-4D87-A7F9-3CBB565A22D6}" type="pres">
      <dgm:prSet presAssocID="{787E7CF6-ACE8-4AF7-B944-9EAD2807683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Airplane"/>
        </a:ext>
      </dgm:extLst>
    </dgm:pt>
    <dgm:pt modelId="{9B388F36-1592-4F93-8E7E-DC395FA4B7A9}" type="pres">
      <dgm:prSet presAssocID="{787E7CF6-ACE8-4AF7-B944-9EAD28076834}" presName="spaceRect" presStyleCnt="0"/>
      <dgm:spPr/>
    </dgm:pt>
    <dgm:pt modelId="{4A87F20D-8A71-41A7-A85D-BB959B50E0D6}" type="pres">
      <dgm:prSet presAssocID="{787E7CF6-ACE8-4AF7-B944-9EAD28076834}" presName="parTx" presStyleLbl="revTx" presStyleIdx="0" presStyleCnt="4">
        <dgm:presLayoutVars>
          <dgm:chMax val="0"/>
          <dgm:chPref val="0"/>
        </dgm:presLayoutVars>
      </dgm:prSet>
      <dgm:spPr/>
    </dgm:pt>
    <dgm:pt modelId="{7733799C-0C94-4998-B48C-7FB0CD12BDF5}" type="pres">
      <dgm:prSet presAssocID="{4CF42E2B-FDF2-4584-9DC8-F6F980B14141}" presName="sibTrans" presStyleCnt="0"/>
      <dgm:spPr/>
    </dgm:pt>
    <dgm:pt modelId="{69512C52-0A8B-4C0F-B6C0-D8CCCD51CF16}" type="pres">
      <dgm:prSet presAssocID="{A7EEC0DB-134F-4287-A19D-0AB9C3FF6996}" presName="compNode" presStyleCnt="0"/>
      <dgm:spPr/>
    </dgm:pt>
    <dgm:pt modelId="{69EB84D1-81AB-4DEB-BD74-9D6A30D1FEAF}" type="pres">
      <dgm:prSet presAssocID="{A7EEC0DB-134F-4287-A19D-0AB9C3FF6996}" presName="bgRect" presStyleLbl="bgShp" presStyleIdx="1" presStyleCnt="4"/>
      <dgm:spPr/>
    </dgm:pt>
    <dgm:pt modelId="{76C82375-ECDB-4219-805D-AB3742DB84E1}" type="pres">
      <dgm:prSet presAssocID="{A7EEC0DB-134F-4287-A19D-0AB9C3FF699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ears"/>
        </a:ext>
      </dgm:extLst>
    </dgm:pt>
    <dgm:pt modelId="{A3088122-0E4B-4B16-991E-BD1FFBB6F5B5}" type="pres">
      <dgm:prSet presAssocID="{A7EEC0DB-134F-4287-A19D-0AB9C3FF6996}" presName="spaceRect" presStyleCnt="0"/>
      <dgm:spPr/>
    </dgm:pt>
    <dgm:pt modelId="{7DA12EAE-5533-49F1-958D-34B0ABDF64A8}" type="pres">
      <dgm:prSet presAssocID="{A7EEC0DB-134F-4287-A19D-0AB9C3FF6996}" presName="parTx" presStyleLbl="revTx" presStyleIdx="1" presStyleCnt="4">
        <dgm:presLayoutVars>
          <dgm:chMax val="0"/>
          <dgm:chPref val="0"/>
        </dgm:presLayoutVars>
      </dgm:prSet>
      <dgm:spPr/>
    </dgm:pt>
    <dgm:pt modelId="{D95A77F1-18CF-46CE-879D-661332B2513C}" type="pres">
      <dgm:prSet presAssocID="{F41A5526-FEB7-41FC-8CC3-08C79EC133BB}" presName="sibTrans" presStyleCnt="0"/>
      <dgm:spPr/>
    </dgm:pt>
    <dgm:pt modelId="{61C68916-69DE-430C-A882-5A49364A8F00}" type="pres">
      <dgm:prSet presAssocID="{19347E55-ED55-4D55-AF92-8B2D336696CF}" presName="compNode" presStyleCnt="0"/>
      <dgm:spPr/>
    </dgm:pt>
    <dgm:pt modelId="{95F5F7B3-6CC8-4389-9678-415B83E9C3B3}" type="pres">
      <dgm:prSet presAssocID="{19347E55-ED55-4D55-AF92-8B2D336696CF}" presName="bgRect" presStyleLbl="bgShp" presStyleIdx="2" presStyleCnt="4"/>
      <dgm:spPr/>
    </dgm:pt>
    <dgm:pt modelId="{FBC16CDC-274D-4278-A8C0-35D433A5A3BE}" type="pres">
      <dgm:prSet presAssocID="{19347E55-ED55-4D55-AF92-8B2D336696C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arker"/>
        </a:ext>
      </dgm:extLst>
    </dgm:pt>
    <dgm:pt modelId="{ED200340-34BB-4BBF-BC1A-6058E3154F8A}" type="pres">
      <dgm:prSet presAssocID="{19347E55-ED55-4D55-AF92-8B2D336696CF}" presName="spaceRect" presStyleCnt="0"/>
      <dgm:spPr/>
    </dgm:pt>
    <dgm:pt modelId="{78659FD2-E607-451B-98E2-807972F6F122}" type="pres">
      <dgm:prSet presAssocID="{19347E55-ED55-4D55-AF92-8B2D336696CF}" presName="parTx" presStyleLbl="revTx" presStyleIdx="2" presStyleCnt="4">
        <dgm:presLayoutVars>
          <dgm:chMax val="0"/>
          <dgm:chPref val="0"/>
        </dgm:presLayoutVars>
      </dgm:prSet>
      <dgm:spPr/>
    </dgm:pt>
    <dgm:pt modelId="{2616A3D5-4F22-45D7-BFE7-64EEF5C84A3B}" type="pres">
      <dgm:prSet presAssocID="{AE4DBEBC-19C5-4F5D-B887-E453445AD522}" presName="sibTrans" presStyleCnt="0"/>
      <dgm:spPr/>
    </dgm:pt>
    <dgm:pt modelId="{9D26FBD2-C534-4635-AEB0-45E90FC65DE0}" type="pres">
      <dgm:prSet presAssocID="{2D2D4BFF-EFF3-462A-A08D-5E50C9DA4EE3}" presName="compNode" presStyleCnt="0"/>
      <dgm:spPr/>
    </dgm:pt>
    <dgm:pt modelId="{7DB4BA5B-2116-44B2-BCC7-5005D4E4BD3A}" type="pres">
      <dgm:prSet presAssocID="{2D2D4BFF-EFF3-462A-A08D-5E50C9DA4EE3}" presName="bgRect" presStyleLbl="bgShp" presStyleIdx="3" presStyleCnt="4"/>
      <dgm:spPr/>
    </dgm:pt>
    <dgm:pt modelId="{A383ADB0-4991-43D5-BA8D-10C02A56E029}" type="pres">
      <dgm:prSet presAssocID="{2D2D4BFF-EFF3-462A-A08D-5E50C9DA4EE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Monitor"/>
        </a:ext>
      </dgm:extLst>
    </dgm:pt>
    <dgm:pt modelId="{E0509FB6-6B74-43BC-8A4C-72B303728070}" type="pres">
      <dgm:prSet presAssocID="{2D2D4BFF-EFF3-462A-A08D-5E50C9DA4EE3}" presName="spaceRect" presStyleCnt="0"/>
      <dgm:spPr/>
    </dgm:pt>
    <dgm:pt modelId="{1FD8620C-0241-4708-9C28-BE59535EF548}" type="pres">
      <dgm:prSet presAssocID="{2D2D4BFF-EFF3-462A-A08D-5E50C9DA4EE3}" presName="parTx" presStyleLbl="revTx" presStyleIdx="3" presStyleCnt="4">
        <dgm:presLayoutVars>
          <dgm:chMax val="0"/>
          <dgm:chPref val="0"/>
        </dgm:presLayoutVars>
      </dgm:prSet>
      <dgm:spPr/>
    </dgm:pt>
  </dgm:ptLst>
  <dgm:cxnLst>
    <dgm:cxn modelId="{9EAFF908-345E-4CEB-A0AE-173760AE2B2C}" type="presOf" srcId="{A7EEC0DB-134F-4287-A19D-0AB9C3FF6996}" destId="{7DA12EAE-5533-49F1-958D-34B0ABDF64A8}" srcOrd="0" destOrd="0" presId="urn:microsoft.com/office/officeart/2018/2/layout/IconVerticalSolidList"/>
    <dgm:cxn modelId="{FBCB9331-381E-4BCC-A379-B579790102F0}" srcId="{20DC735B-9D25-4057-9D99-633B94A93AB4}" destId="{A7EEC0DB-134F-4287-A19D-0AB9C3FF6996}" srcOrd="1" destOrd="0" parTransId="{C6CFF268-BAF1-40BB-82FE-2E2F949F2773}" sibTransId="{F41A5526-FEB7-41FC-8CC3-08C79EC133BB}"/>
    <dgm:cxn modelId="{DCC8C658-F142-4A2E-85ED-22A3CD25B786}" type="presOf" srcId="{787E7CF6-ACE8-4AF7-B944-9EAD28076834}" destId="{4A87F20D-8A71-41A7-A85D-BB959B50E0D6}" srcOrd="0" destOrd="0" presId="urn:microsoft.com/office/officeart/2018/2/layout/IconVerticalSolidList"/>
    <dgm:cxn modelId="{8BD88E5B-E8F6-4E55-A507-41C8A43777EF}" srcId="{20DC735B-9D25-4057-9D99-633B94A93AB4}" destId="{787E7CF6-ACE8-4AF7-B944-9EAD28076834}" srcOrd="0" destOrd="0" parTransId="{73F008C0-0159-4150-8FB9-5EB93F30F24E}" sibTransId="{4CF42E2B-FDF2-4584-9DC8-F6F980B14141}"/>
    <dgm:cxn modelId="{712F405F-4003-4693-9A57-278F42971CF4}" srcId="{20DC735B-9D25-4057-9D99-633B94A93AB4}" destId="{19347E55-ED55-4D55-AF92-8B2D336696CF}" srcOrd="2" destOrd="0" parTransId="{6647D23F-D3C0-4B45-B298-AD8706CBE647}" sibTransId="{AE4DBEBC-19C5-4F5D-B887-E453445AD522}"/>
    <dgm:cxn modelId="{B357AB65-A1A2-4C5A-929F-5DF6BD2A1DC4}" type="presOf" srcId="{20DC735B-9D25-4057-9D99-633B94A93AB4}" destId="{5A233A1A-61F8-479E-9098-33DFA0465976}" srcOrd="0" destOrd="0" presId="urn:microsoft.com/office/officeart/2018/2/layout/IconVerticalSolidList"/>
    <dgm:cxn modelId="{B6AF358C-28C3-41B5-9D33-B07E1CA7D6F9}" srcId="{20DC735B-9D25-4057-9D99-633B94A93AB4}" destId="{2D2D4BFF-EFF3-462A-A08D-5E50C9DA4EE3}" srcOrd="3" destOrd="0" parTransId="{F5401C5F-3DC1-48C7-919A-432F99A4FEF3}" sibTransId="{21FE9D63-78DA-4DC6-AB0B-20E746753FFA}"/>
    <dgm:cxn modelId="{1781898D-B61E-4122-8E12-B05FA74468E6}" type="presOf" srcId="{2D2D4BFF-EFF3-462A-A08D-5E50C9DA4EE3}" destId="{1FD8620C-0241-4708-9C28-BE59535EF548}" srcOrd="0" destOrd="0" presId="urn:microsoft.com/office/officeart/2018/2/layout/IconVerticalSolidList"/>
    <dgm:cxn modelId="{D9F163C5-0480-4EA7-AD8C-F76F628A6430}" type="presOf" srcId="{19347E55-ED55-4D55-AF92-8B2D336696CF}" destId="{78659FD2-E607-451B-98E2-807972F6F122}" srcOrd="0" destOrd="0" presId="urn:microsoft.com/office/officeart/2018/2/layout/IconVerticalSolidList"/>
    <dgm:cxn modelId="{0B5168D9-0F90-4C51-9560-788AE8FEE516}" type="presParOf" srcId="{5A233A1A-61F8-479E-9098-33DFA0465976}" destId="{193D0B19-B178-46D7-9DE7-FB35C7BDCE7C}" srcOrd="0" destOrd="0" presId="urn:microsoft.com/office/officeart/2018/2/layout/IconVerticalSolidList"/>
    <dgm:cxn modelId="{74649B38-CDEB-4E68-A3C4-91ECF0C6A12D}" type="presParOf" srcId="{193D0B19-B178-46D7-9DE7-FB35C7BDCE7C}" destId="{1C093BBA-5538-4F30-86CC-DA2A03F5F648}" srcOrd="0" destOrd="0" presId="urn:microsoft.com/office/officeart/2018/2/layout/IconVerticalSolidList"/>
    <dgm:cxn modelId="{6C56A9D7-0A8D-4209-A7A8-ADA454FF58EB}" type="presParOf" srcId="{193D0B19-B178-46D7-9DE7-FB35C7BDCE7C}" destId="{D5EE56FA-0B93-4D87-A7F9-3CBB565A22D6}" srcOrd="1" destOrd="0" presId="urn:microsoft.com/office/officeart/2018/2/layout/IconVerticalSolidList"/>
    <dgm:cxn modelId="{3623D579-9CD5-4270-9057-41352658EEE0}" type="presParOf" srcId="{193D0B19-B178-46D7-9DE7-FB35C7BDCE7C}" destId="{9B388F36-1592-4F93-8E7E-DC395FA4B7A9}" srcOrd="2" destOrd="0" presId="urn:microsoft.com/office/officeart/2018/2/layout/IconVerticalSolidList"/>
    <dgm:cxn modelId="{D3D59FC2-9027-4B47-A760-E66EB4EFE6B2}" type="presParOf" srcId="{193D0B19-B178-46D7-9DE7-FB35C7BDCE7C}" destId="{4A87F20D-8A71-41A7-A85D-BB959B50E0D6}" srcOrd="3" destOrd="0" presId="urn:microsoft.com/office/officeart/2018/2/layout/IconVerticalSolidList"/>
    <dgm:cxn modelId="{F3794939-AD93-49FC-A965-9D38ADEB340B}" type="presParOf" srcId="{5A233A1A-61F8-479E-9098-33DFA0465976}" destId="{7733799C-0C94-4998-B48C-7FB0CD12BDF5}" srcOrd="1" destOrd="0" presId="urn:microsoft.com/office/officeart/2018/2/layout/IconVerticalSolidList"/>
    <dgm:cxn modelId="{70BEFC5B-33C4-4AC7-97E3-8F9DFE846150}" type="presParOf" srcId="{5A233A1A-61F8-479E-9098-33DFA0465976}" destId="{69512C52-0A8B-4C0F-B6C0-D8CCCD51CF16}" srcOrd="2" destOrd="0" presId="urn:microsoft.com/office/officeart/2018/2/layout/IconVerticalSolidList"/>
    <dgm:cxn modelId="{0FEDA473-2692-4271-8D89-15F03A0735BD}" type="presParOf" srcId="{69512C52-0A8B-4C0F-B6C0-D8CCCD51CF16}" destId="{69EB84D1-81AB-4DEB-BD74-9D6A30D1FEAF}" srcOrd="0" destOrd="0" presId="urn:microsoft.com/office/officeart/2018/2/layout/IconVerticalSolidList"/>
    <dgm:cxn modelId="{D69513D0-9B88-4BD8-AC94-120C2F5A63B6}" type="presParOf" srcId="{69512C52-0A8B-4C0F-B6C0-D8CCCD51CF16}" destId="{76C82375-ECDB-4219-805D-AB3742DB84E1}" srcOrd="1" destOrd="0" presId="urn:microsoft.com/office/officeart/2018/2/layout/IconVerticalSolidList"/>
    <dgm:cxn modelId="{D7306731-7143-4BB7-814F-7F070FD40177}" type="presParOf" srcId="{69512C52-0A8B-4C0F-B6C0-D8CCCD51CF16}" destId="{A3088122-0E4B-4B16-991E-BD1FFBB6F5B5}" srcOrd="2" destOrd="0" presId="urn:microsoft.com/office/officeart/2018/2/layout/IconVerticalSolidList"/>
    <dgm:cxn modelId="{90BE277F-7F1F-4B81-8F3B-486D25883A30}" type="presParOf" srcId="{69512C52-0A8B-4C0F-B6C0-D8CCCD51CF16}" destId="{7DA12EAE-5533-49F1-958D-34B0ABDF64A8}" srcOrd="3" destOrd="0" presId="urn:microsoft.com/office/officeart/2018/2/layout/IconVerticalSolidList"/>
    <dgm:cxn modelId="{EA0D8B78-6BB1-417E-ACA6-26DF9563448A}" type="presParOf" srcId="{5A233A1A-61F8-479E-9098-33DFA0465976}" destId="{D95A77F1-18CF-46CE-879D-661332B2513C}" srcOrd="3" destOrd="0" presId="urn:microsoft.com/office/officeart/2018/2/layout/IconVerticalSolidList"/>
    <dgm:cxn modelId="{04435AB4-1B4D-4C2C-8BC4-85F76E9B6104}" type="presParOf" srcId="{5A233A1A-61F8-479E-9098-33DFA0465976}" destId="{61C68916-69DE-430C-A882-5A49364A8F00}" srcOrd="4" destOrd="0" presId="urn:microsoft.com/office/officeart/2018/2/layout/IconVerticalSolidList"/>
    <dgm:cxn modelId="{944E4088-BE98-4D1F-9773-C4EAD8F81C90}" type="presParOf" srcId="{61C68916-69DE-430C-A882-5A49364A8F00}" destId="{95F5F7B3-6CC8-4389-9678-415B83E9C3B3}" srcOrd="0" destOrd="0" presId="urn:microsoft.com/office/officeart/2018/2/layout/IconVerticalSolidList"/>
    <dgm:cxn modelId="{45821D85-6524-4BF8-8071-A3FFCD7C34DD}" type="presParOf" srcId="{61C68916-69DE-430C-A882-5A49364A8F00}" destId="{FBC16CDC-274D-4278-A8C0-35D433A5A3BE}" srcOrd="1" destOrd="0" presId="urn:microsoft.com/office/officeart/2018/2/layout/IconVerticalSolidList"/>
    <dgm:cxn modelId="{7417140D-F18C-46FD-96D2-568E2B9194A6}" type="presParOf" srcId="{61C68916-69DE-430C-A882-5A49364A8F00}" destId="{ED200340-34BB-4BBF-BC1A-6058E3154F8A}" srcOrd="2" destOrd="0" presId="urn:microsoft.com/office/officeart/2018/2/layout/IconVerticalSolidList"/>
    <dgm:cxn modelId="{F28501AA-6187-4767-BBEE-34FAC5C4AEBD}" type="presParOf" srcId="{61C68916-69DE-430C-A882-5A49364A8F00}" destId="{78659FD2-E607-451B-98E2-807972F6F122}" srcOrd="3" destOrd="0" presId="urn:microsoft.com/office/officeart/2018/2/layout/IconVerticalSolidList"/>
    <dgm:cxn modelId="{B56C7511-87C8-4ABB-AA49-1EE1420CEE3E}" type="presParOf" srcId="{5A233A1A-61F8-479E-9098-33DFA0465976}" destId="{2616A3D5-4F22-45D7-BFE7-64EEF5C84A3B}" srcOrd="5" destOrd="0" presId="urn:microsoft.com/office/officeart/2018/2/layout/IconVerticalSolidList"/>
    <dgm:cxn modelId="{C5FCE1C1-0081-44F2-99AC-698F67EF1F8A}" type="presParOf" srcId="{5A233A1A-61F8-479E-9098-33DFA0465976}" destId="{9D26FBD2-C534-4635-AEB0-45E90FC65DE0}" srcOrd="6" destOrd="0" presId="urn:microsoft.com/office/officeart/2018/2/layout/IconVerticalSolidList"/>
    <dgm:cxn modelId="{59424519-AED7-4DBE-87C0-1DA71943EC91}" type="presParOf" srcId="{9D26FBD2-C534-4635-AEB0-45E90FC65DE0}" destId="{7DB4BA5B-2116-44B2-BCC7-5005D4E4BD3A}" srcOrd="0" destOrd="0" presId="urn:microsoft.com/office/officeart/2018/2/layout/IconVerticalSolidList"/>
    <dgm:cxn modelId="{F0202AEF-117A-4C1C-BA64-BD036E8DCDE6}" type="presParOf" srcId="{9D26FBD2-C534-4635-AEB0-45E90FC65DE0}" destId="{A383ADB0-4991-43D5-BA8D-10C02A56E029}" srcOrd="1" destOrd="0" presId="urn:microsoft.com/office/officeart/2018/2/layout/IconVerticalSolidList"/>
    <dgm:cxn modelId="{9C578B36-A149-4B9C-82D6-BF98D50EDFF5}" type="presParOf" srcId="{9D26FBD2-C534-4635-AEB0-45E90FC65DE0}" destId="{E0509FB6-6B74-43BC-8A4C-72B303728070}" srcOrd="2" destOrd="0" presId="urn:microsoft.com/office/officeart/2018/2/layout/IconVerticalSolidList"/>
    <dgm:cxn modelId="{FB9061C5-085B-42AC-AF26-D599D6290101}" type="presParOf" srcId="{9D26FBD2-C534-4635-AEB0-45E90FC65DE0}" destId="{1FD8620C-0241-4708-9C28-BE59535EF54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56E8DBC-7BBE-4870-AB46-0381E4E3C488}"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24464663-2412-45C7-98B7-42F71BD28C56}">
      <dgm:prSet/>
      <dgm:spPr/>
      <dgm:t>
        <a:bodyPr/>
        <a:lstStyle/>
        <a:p>
          <a:pPr>
            <a:defRPr cap="all"/>
          </a:pPr>
          <a:r>
            <a:rPr lang="en-US"/>
            <a:t>Live demo of Smart Travel Agent</a:t>
          </a:r>
        </a:p>
      </dgm:t>
    </dgm:pt>
    <dgm:pt modelId="{3ED3227D-89FB-439E-92D9-5DBDDFAD5C62}" type="parTrans" cxnId="{358790D1-AF06-4BD3-8A9A-A2B31A66FD9F}">
      <dgm:prSet/>
      <dgm:spPr/>
      <dgm:t>
        <a:bodyPr/>
        <a:lstStyle/>
        <a:p>
          <a:endParaRPr lang="en-US"/>
        </a:p>
      </dgm:t>
    </dgm:pt>
    <dgm:pt modelId="{214DC35E-A928-4926-AEE7-D5298E6D9345}" type="sibTrans" cxnId="{358790D1-AF06-4BD3-8A9A-A2B31A66FD9F}">
      <dgm:prSet/>
      <dgm:spPr/>
      <dgm:t>
        <a:bodyPr/>
        <a:lstStyle/>
        <a:p>
          <a:endParaRPr lang="en-US"/>
        </a:p>
      </dgm:t>
    </dgm:pt>
    <dgm:pt modelId="{E691BC3A-A42A-451C-9CC7-765342B54985}">
      <dgm:prSet/>
      <dgm:spPr/>
      <dgm:t>
        <a:bodyPr/>
        <a:lstStyle/>
        <a:p>
          <a:pPr>
            <a:defRPr cap="all"/>
          </a:pPr>
          <a:r>
            <a:rPr lang="en-US"/>
            <a:t>Interactive itinerary generation</a:t>
          </a:r>
        </a:p>
      </dgm:t>
    </dgm:pt>
    <dgm:pt modelId="{ACD974BE-4B24-4B16-A4C3-02A18BF5204A}" type="parTrans" cxnId="{0C644D32-F25C-412D-A06C-8FB71E6E13C2}">
      <dgm:prSet/>
      <dgm:spPr/>
      <dgm:t>
        <a:bodyPr/>
        <a:lstStyle/>
        <a:p>
          <a:endParaRPr lang="en-US"/>
        </a:p>
      </dgm:t>
    </dgm:pt>
    <dgm:pt modelId="{E128980B-6DCA-4325-A16D-2EA5F6051107}" type="sibTrans" cxnId="{0C644D32-F25C-412D-A06C-8FB71E6E13C2}">
      <dgm:prSet/>
      <dgm:spPr/>
      <dgm:t>
        <a:bodyPr/>
        <a:lstStyle/>
        <a:p>
          <a:endParaRPr lang="en-US"/>
        </a:p>
      </dgm:t>
    </dgm:pt>
    <dgm:pt modelId="{911D02D7-AEC3-4B93-A67C-A146F4B599C8}">
      <dgm:prSet/>
      <dgm:spPr/>
      <dgm:t>
        <a:bodyPr/>
        <a:lstStyle/>
        <a:p>
          <a:pPr>
            <a:defRPr cap="all"/>
          </a:pPr>
          <a:r>
            <a:rPr lang="en-US"/>
            <a:t>AI-driven recommendations and booking simulation</a:t>
          </a:r>
        </a:p>
      </dgm:t>
    </dgm:pt>
    <dgm:pt modelId="{48C4BAD6-1881-4A9C-ACFB-2757FE8F966C}" type="parTrans" cxnId="{D4974048-1A0D-4A58-B40A-4B770984846E}">
      <dgm:prSet/>
      <dgm:spPr/>
      <dgm:t>
        <a:bodyPr/>
        <a:lstStyle/>
        <a:p>
          <a:endParaRPr lang="en-US"/>
        </a:p>
      </dgm:t>
    </dgm:pt>
    <dgm:pt modelId="{3E561E60-0982-42C0-AF7D-412BF1066E5A}" type="sibTrans" cxnId="{D4974048-1A0D-4A58-B40A-4B770984846E}">
      <dgm:prSet/>
      <dgm:spPr/>
      <dgm:t>
        <a:bodyPr/>
        <a:lstStyle/>
        <a:p>
          <a:endParaRPr lang="en-US"/>
        </a:p>
      </dgm:t>
    </dgm:pt>
    <dgm:pt modelId="{4A22F9AB-27CD-482F-AC55-F7B216C06B85}" type="pres">
      <dgm:prSet presAssocID="{456E8DBC-7BBE-4870-AB46-0381E4E3C488}" presName="root" presStyleCnt="0">
        <dgm:presLayoutVars>
          <dgm:dir/>
          <dgm:resizeHandles val="exact"/>
        </dgm:presLayoutVars>
      </dgm:prSet>
      <dgm:spPr/>
    </dgm:pt>
    <dgm:pt modelId="{91500FB0-207B-4BDE-9A9E-8F7E15237450}" type="pres">
      <dgm:prSet presAssocID="{24464663-2412-45C7-98B7-42F71BD28C56}" presName="compNode" presStyleCnt="0"/>
      <dgm:spPr/>
    </dgm:pt>
    <dgm:pt modelId="{B70E3AA2-42C2-45A8-988F-012B989AA5EC}" type="pres">
      <dgm:prSet presAssocID="{24464663-2412-45C7-98B7-42F71BD28C56}" presName="iconBgRect" presStyleLbl="bgShp" presStyleIdx="0" presStyleCnt="3"/>
      <dgm:spPr>
        <a:prstGeom prst="round2DiagRect">
          <a:avLst>
            <a:gd name="adj1" fmla="val 29727"/>
            <a:gd name="adj2" fmla="val 0"/>
          </a:avLst>
        </a:prstGeom>
      </dgm:spPr>
    </dgm:pt>
    <dgm:pt modelId="{28650D5B-12AC-49F8-9519-0C40428F4C39}" type="pres">
      <dgm:prSet presAssocID="{24464663-2412-45C7-98B7-42F71BD28C5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mart Phone"/>
        </a:ext>
      </dgm:extLst>
    </dgm:pt>
    <dgm:pt modelId="{179F4F43-3A79-49A8-A35E-D4788FFFD58D}" type="pres">
      <dgm:prSet presAssocID="{24464663-2412-45C7-98B7-42F71BD28C56}" presName="spaceRect" presStyleCnt="0"/>
      <dgm:spPr/>
    </dgm:pt>
    <dgm:pt modelId="{EDC06FC3-FA4A-493C-A0AD-DC0783D047D8}" type="pres">
      <dgm:prSet presAssocID="{24464663-2412-45C7-98B7-42F71BD28C56}" presName="textRect" presStyleLbl="revTx" presStyleIdx="0" presStyleCnt="3">
        <dgm:presLayoutVars>
          <dgm:chMax val="1"/>
          <dgm:chPref val="1"/>
        </dgm:presLayoutVars>
      </dgm:prSet>
      <dgm:spPr/>
    </dgm:pt>
    <dgm:pt modelId="{77A78DF1-682F-4627-B85B-96435EAA755B}" type="pres">
      <dgm:prSet presAssocID="{214DC35E-A928-4926-AEE7-D5298E6D9345}" presName="sibTrans" presStyleCnt="0"/>
      <dgm:spPr/>
    </dgm:pt>
    <dgm:pt modelId="{3A16F66B-DEA5-4321-A439-EEF2F8BCFD7C}" type="pres">
      <dgm:prSet presAssocID="{E691BC3A-A42A-451C-9CC7-765342B54985}" presName="compNode" presStyleCnt="0"/>
      <dgm:spPr/>
    </dgm:pt>
    <dgm:pt modelId="{4EEC212D-CB21-401D-9170-C87233B58D67}" type="pres">
      <dgm:prSet presAssocID="{E691BC3A-A42A-451C-9CC7-765342B54985}" presName="iconBgRect" presStyleLbl="bgShp" presStyleIdx="1" presStyleCnt="3"/>
      <dgm:spPr>
        <a:prstGeom prst="round2DiagRect">
          <a:avLst>
            <a:gd name="adj1" fmla="val 29727"/>
            <a:gd name="adj2" fmla="val 0"/>
          </a:avLst>
        </a:prstGeom>
      </dgm:spPr>
    </dgm:pt>
    <dgm:pt modelId="{F5F23D8C-B8D0-476E-BECC-ED2ABB0E4379}" type="pres">
      <dgm:prSet presAssocID="{E691BC3A-A42A-451C-9CC7-765342B5498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rker"/>
        </a:ext>
      </dgm:extLst>
    </dgm:pt>
    <dgm:pt modelId="{304FC122-FBC1-43CA-A891-8B6C4B971A31}" type="pres">
      <dgm:prSet presAssocID="{E691BC3A-A42A-451C-9CC7-765342B54985}" presName="spaceRect" presStyleCnt="0"/>
      <dgm:spPr/>
    </dgm:pt>
    <dgm:pt modelId="{F41D778F-2191-414C-9BB4-68CC77520BA8}" type="pres">
      <dgm:prSet presAssocID="{E691BC3A-A42A-451C-9CC7-765342B54985}" presName="textRect" presStyleLbl="revTx" presStyleIdx="1" presStyleCnt="3">
        <dgm:presLayoutVars>
          <dgm:chMax val="1"/>
          <dgm:chPref val="1"/>
        </dgm:presLayoutVars>
      </dgm:prSet>
      <dgm:spPr/>
    </dgm:pt>
    <dgm:pt modelId="{B6D72CF0-8A59-4C62-9894-CA787C29C102}" type="pres">
      <dgm:prSet presAssocID="{E128980B-6DCA-4325-A16D-2EA5F6051107}" presName="sibTrans" presStyleCnt="0"/>
      <dgm:spPr/>
    </dgm:pt>
    <dgm:pt modelId="{44953DB5-20A2-4164-A6F0-55206174C5C5}" type="pres">
      <dgm:prSet presAssocID="{911D02D7-AEC3-4B93-A67C-A146F4B599C8}" presName="compNode" presStyleCnt="0"/>
      <dgm:spPr/>
    </dgm:pt>
    <dgm:pt modelId="{C94D630A-A7DA-4599-B08B-1AF3C343EB02}" type="pres">
      <dgm:prSet presAssocID="{911D02D7-AEC3-4B93-A67C-A146F4B599C8}" presName="iconBgRect" presStyleLbl="bgShp" presStyleIdx="2" presStyleCnt="3"/>
      <dgm:spPr>
        <a:prstGeom prst="round2DiagRect">
          <a:avLst>
            <a:gd name="adj1" fmla="val 29727"/>
            <a:gd name="adj2" fmla="val 0"/>
          </a:avLst>
        </a:prstGeom>
      </dgm:spPr>
    </dgm:pt>
    <dgm:pt modelId="{B45015E3-D53E-43EF-BE13-29EE3795FEA7}" type="pres">
      <dgm:prSet presAssocID="{911D02D7-AEC3-4B93-A67C-A146F4B599C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A8FDF5F0-672E-45F5-8A47-D1A56B0CB1F4}" type="pres">
      <dgm:prSet presAssocID="{911D02D7-AEC3-4B93-A67C-A146F4B599C8}" presName="spaceRect" presStyleCnt="0"/>
      <dgm:spPr/>
    </dgm:pt>
    <dgm:pt modelId="{9863D40D-AD2C-4869-9205-018B1F6475BD}" type="pres">
      <dgm:prSet presAssocID="{911D02D7-AEC3-4B93-A67C-A146F4B599C8}" presName="textRect" presStyleLbl="revTx" presStyleIdx="2" presStyleCnt="3">
        <dgm:presLayoutVars>
          <dgm:chMax val="1"/>
          <dgm:chPref val="1"/>
        </dgm:presLayoutVars>
      </dgm:prSet>
      <dgm:spPr/>
    </dgm:pt>
  </dgm:ptLst>
  <dgm:cxnLst>
    <dgm:cxn modelId="{AAE98E22-B096-4680-A94C-FFD380DFDE65}" type="presOf" srcId="{911D02D7-AEC3-4B93-A67C-A146F4B599C8}" destId="{9863D40D-AD2C-4869-9205-018B1F6475BD}" srcOrd="0" destOrd="0" presId="urn:microsoft.com/office/officeart/2018/5/layout/IconLeafLabelList"/>
    <dgm:cxn modelId="{0C644D32-F25C-412D-A06C-8FB71E6E13C2}" srcId="{456E8DBC-7BBE-4870-AB46-0381E4E3C488}" destId="{E691BC3A-A42A-451C-9CC7-765342B54985}" srcOrd="1" destOrd="0" parTransId="{ACD974BE-4B24-4B16-A4C3-02A18BF5204A}" sibTransId="{E128980B-6DCA-4325-A16D-2EA5F6051107}"/>
    <dgm:cxn modelId="{D4974048-1A0D-4A58-B40A-4B770984846E}" srcId="{456E8DBC-7BBE-4870-AB46-0381E4E3C488}" destId="{911D02D7-AEC3-4B93-A67C-A146F4B599C8}" srcOrd="2" destOrd="0" parTransId="{48C4BAD6-1881-4A9C-ACFB-2757FE8F966C}" sibTransId="{3E561E60-0982-42C0-AF7D-412BF1066E5A}"/>
    <dgm:cxn modelId="{6E84BB63-3306-476B-AE75-3A10BA750A25}" type="presOf" srcId="{E691BC3A-A42A-451C-9CC7-765342B54985}" destId="{F41D778F-2191-414C-9BB4-68CC77520BA8}" srcOrd="0" destOrd="0" presId="urn:microsoft.com/office/officeart/2018/5/layout/IconLeafLabelList"/>
    <dgm:cxn modelId="{358790D1-AF06-4BD3-8A9A-A2B31A66FD9F}" srcId="{456E8DBC-7BBE-4870-AB46-0381E4E3C488}" destId="{24464663-2412-45C7-98B7-42F71BD28C56}" srcOrd="0" destOrd="0" parTransId="{3ED3227D-89FB-439E-92D9-5DBDDFAD5C62}" sibTransId="{214DC35E-A928-4926-AEE7-D5298E6D9345}"/>
    <dgm:cxn modelId="{E54DA9DC-D2CE-4685-AE2E-8E11FF3E61FF}" type="presOf" srcId="{24464663-2412-45C7-98B7-42F71BD28C56}" destId="{EDC06FC3-FA4A-493C-A0AD-DC0783D047D8}" srcOrd="0" destOrd="0" presId="urn:microsoft.com/office/officeart/2018/5/layout/IconLeafLabelList"/>
    <dgm:cxn modelId="{DCF5EBF2-AF69-4087-BAE7-B333FA8F1FFC}" type="presOf" srcId="{456E8DBC-7BBE-4870-AB46-0381E4E3C488}" destId="{4A22F9AB-27CD-482F-AC55-F7B216C06B85}" srcOrd="0" destOrd="0" presId="urn:microsoft.com/office/officeart/2018/5/layout/IconLeafLabelList"/>
    <dgm:cxn modelId="{D736ECAC-E531-4305-BE18-34236B4E886C}" type="presParOf" srcId="{4A22F9AB-27CD-482F-AC55-F7B216C06B85}" destId="{91500FB0-207B-4BDE-9A9E-8F7E15237450}" srcOrd="0" destOrd="0" presId="urn:microsoft.com/office/officeart/2018/5/layout/IconLeafLabelList"/>
    <dgm:cxn modelId="{8911D15C-9BE9-4C0D-B1BB-82CA52A0B27C}" type="presParOf" srcId="{91500FB0-207B-4BDE-9A9E-8F7E15237450}" destId="{B70E3AA2-42C2-45A8-988F-012B989AA5EC}" srcOrd="0" destOrd="0" presId="urn:microsoft.com/office/officeart/2018/5/layout/IconLeafLabelList"/>
    <dgm:cxn modelId="{844000F0-22A3-4711-8B90-D175193055CE}" type="presParOf" srcId="{91500FB0-207B-4BDE-9A9E-8F7E15237450}" destId="{28650D5B-12AC-49F8-9519-0C40428F4C39}" srcOrd="1" destOrd="0" presId="urn:microsoft.com/office/officeart/2018/5/layout/IconLeafLabelList"/>
    <dgm:cxn modelId="{37458AEB-0CAE-4ADA-B308-7799E0D9E166}" type="presParOf" srcId="{91500FB0-207B-4BDE-9A9E-8F7E15237450}" destId="{179F4F43-3A79-49A8-A35E-D4788FFFD58D}" srcOrd="2" destOrd="0" presId="urn:microsoft.com/office/officeart/2018/5/layout/IconLeafLabelList"/>
    <dgm:cxn modelId="{DB7B1126-5C94-4865-B9DB-E7A39EE665C2}" type="presParOf" srcId="{91500FB0-207B-4BDE-9A9E-8F7E15237450}" destId="{EDC06FC3-FA4A-493C-A0AD-DC0783D047D8}" srcOrd="3" destOrd="0" presId="urn:microsoft.com/office/officeart/2018/5/layout/IconLeafLabelList"/>
    <dgm:cxn modelId="{681DC3FC-543A-4F36-9DFC-D3A5388B25CF}" type="presParOf" srcId="{4A22F9AB-27CD-482F-AC55-F7B216C06B85}" destId="{77A78DF1-682F-4627-B85B-96435EAA755B}" srcOrd="1" destOrd="0" presId="urn:microsoft.com/office/officeart/2018/5/layout/IconLeafLabelList"/>
    <dgm:cxn modelId="{2AAB3F34-D127-4C9F-97F8-64E7DBA27543}" type="presParOf" srcId="{4A22F9AB-27CD-482F-AC55-F7B216C06B85}" destId="{3A16F66B-DEA5-4321-A439-EEF2F8BCFD7C}" srcOrd="2" destOrd="0" presId="urn:microsoft.com/office/officeart/2018/5/layout/IconLeafLabelList"/>
    <dgm:cxn modelId="{BF3CDD66-2666-4954-ABF4-2EB3DE91E155}" type="presParOf" srcId="{3A16F66B-DEA5-4321-A439-EEF2F8BCFD7C}" destId="{4EEC212D-CB21-401D-9170-C87233B58D67}" srcOrd="0" destOrd="0" presId="urn:microsoft.com/office/officeart/2018/5/layout/IconLeafLabelList"/>
    <dgm:cxn modelId="{49ECBF50-B5E1-411F-923C-6E0043FDFD14}" type="presParOf" srcId="{3A16F66B-DEA5-4321-A439-EEF2F8BCFD7C}" destId="{F5F23D8C-B8D0-476E-BECC-ED2ABB0E4379}" srcOrd="1" destOrd="0" presId="urn:microsoft.com/office/officeart/2018/5/layout/IconLeafLabelList"/>
    <dgm:cxn modelId="{EC015181-94DF-47A2-92EF-F30886CBFE1B}" type="presParOf" srcId="{3A16F66B-DEA5-4321-A439-EEF2F8BCFD7C}" destId="{304FC122-FBC1-43CA-A891-8B6C4B971A31}" srcOrd="2" destOrd="0" presId="urn:microsoft.com/office/officeart/2018/5/layout/IconLeafLabelList"/>
    <dgm:cxn modelId="{676707A2-A2BC-45FA-A66D-B5FB93577F0D}" type="presParOf" srcId="{3A16F66B-DEA5-4321-A439-EEF2F8BCFD7C}" destId="{F41D778F-2191-414C-9BB4-68CC77520BA8}" srcOrd="3" destOrd="0" presId="urn:microsoft.com/office/officeart/2018/5/layout/IconLeafLabelList"/>
    <dgm:cxn modelId="{3F6FB7D9-8F7A-41BD-B042-E5D1E25A3380}" type="presParOf" srcId="{4A22F9AB-27CD-482F-AC55-F7B216C06B85}" destId="{B6D72CF0-8A59-4C62-9894-CA787C29C102}" srcOrd="3" destOrd="0" presId="urn:microsoft.com/office/officeart/2018/5/layout/IconLeafLabelList"/>
    <dgm:cxn modelId="{2A243596-4338-4945-B4AD-E4AF4DA58A31}" type="presParOf" srcId="{4A22F9AB-27CD-482F-AC55-F7B216C06B85}" destId="{44953DB5-20A2-4164-A6F0-55206174C5C5}" srcOrd="4" destOrd="0" presId="urn:microsoft.com/office/officeart/2018/5/layout/IconLeafLabelList"/>
    <dgm:cxn modelId="{EAFD7E3F-996E-470C-8B07-CCC3057394FC}" type="presParOf" srcId="{44953DB5-20A2-4164-A6F0-55206174C5C5}" destId="{C94D630A-A7DA-4599-B08B-1AF3C343EB02}" srcOrd="0" destOrd="0" presId="urn:microsoft.com/office/officeart/2018/5/layout/IconLeafLabelList"/>
    <dgm:cxn modelId="{3CA5354E-282B-4EB0-AC7A-CFD1678E9BE0}" type="presParOf" srcId="{44953DB5-20A2-4164-A6F0-55206174C5C5}" destId="{B45015E3-D53E-43EF-BE13-29EE3795FEA7}" srcOrd="1" destOrd="0" presId="urn:microsoft.com/office/officeart/2018/5/layout/IconLeafLabelList"/>
    <dgm:cxn modelId="{9CF1E40A-7C83-4FCE-9C3D-539E2084A470}" type="presParOf" srcId="{44953DB5-20A2-4164-A6F0-55206174C5C5}" destId="{A8FDF5F0-672E-45F5-8A47-D1A56B0CB1F4}" srcOrd="2" destOrd="0" presId="urn:microsoft.com/office/officeart/2018/5/layout/IconLeafLabelList"/>
    <dgm:cxn modelId="{DADE184A-23A2-4F2D-BBC3-E69DC8952A8D}" type="presParOf" srcId="{44953DB5-20A2-4164-A6F0-55206174C5C5}" destId="{9863D40D-AD2C-4869-9205-018B1F6475BD}"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9E18A4-A15F-BE46-B11E-510E404660DD}">
      <dsp:nvSpPr>
        <dsp:cNvPr id="0" name=""/>
        <dsp:cNvSpPr/>
      </dsp:nvSpPr>
      <dsp:spPr>
        <a:xfrm>
          <a:off x="757092" y="1992"/>
          <a:ext cx="3034531" cy="182071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100000"/>
            </a:lnSpc>
            <a:spcBef>
              <a:spcPct val="0"/>
            </a:spcBef>
            <a:spcAft>
              <a:spcPct val="35000"/>
            </a:spcAft>
            <a:buNone/>
          </a:pPr>
          <a:r>
            <a:rPr lang="en-US" sz="2400" kern="1200" dirty="0"/>
            <a:t>Sethu Kruthin Nagari  </a:t>
          </a:r>
          <a:r>
            <a:rPr lang="en-US" sz="2400" kern="1200" dirty="0">
              <a:hlinkClick xmlns:r="http://schemas.openxmlformats.org/officeDocument/2006/relationships" r:id="rId1"/>
            </a:rPr>
            <a:t>nagarisn@mail.uc.edu</a:t>
          </a:r>
          <a:endParaRPr lang="en-US" sz="2400" kern="1200" dirty="0"/>
        </a:p>
      </dsp:txBody>
      <dsp:txXfrm>
        <a:off x="757092" y="1992"/>
        <a:ext cx="3034531" cy="1820718"/>
      </dsp:txXfrm>
    </dsp:sp>
    <dsp:sp modelId="{F1CCFEF8-587C-B449-827C-8E00BBB27131}">
      <dsp:nvSpPr>
        <dsp:cNvPr id="0" name=""/>
        <dsp:cNvSpPr/>
      </dsp:nvSpPr>
      <dsp:spPr>
        <a:xfrm>
          <a:off x="4095076" y="1992"/>
          <a:ext cx="3034531" cy="1820718"/>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100000"/>
            </a:lnSpc>
            <a:spcBef>
              <a:spcPct val="0"/>
            </a:spcBef>
            <a:spcAft>
              <a:spcPct val="35000"/>
            </a:spcAft>
            <a:buNone/>
          </a:pPr>
          <a:r>
            <a:rPr lang="en-US" sz="2400" kern="1200" dirty="0"/>
            <a:t>Sai Venkata Subhash </a:t>
          </a:r>
          <a:r>
            <a:rPr lang="en-US" sz="2400" kern="1200" dirty="0" err="1"/>
            <a:t>Vakkalagadda</a:t>
          </a:r>
          <a:r>
            <a:rPr lang="en-US" sz="2400" kern="1200" dirty="0"/>
            <a:t>  </a:t>
          </a:r>
          <a:r>
            <a:rPr lang="en-US" sz="2400" kern="1200" dirty="0">
              <a:hlinkClick xmlns:r="http://schemas.openxmlformats.org/officeDocument/2006/relationships" r:id="rId2"/>
            </a:rPr>
            <a:t>vakkalsh@mail.uc.edu</a:t>
          </a:r>
          <a:endParaRPr lang="en-US" sz="2400" kern="1200" dirty="0"/>
        </a:p>
      </dsp:txBody>
      <dsp:txXfrm>
        <a:off x="4095076" y="1992"/>
        <a:ext cx="3034531" cy="1820718"/>
      </dsp:txXfrm>
    </dsp:sp>
    <dsp:sp modelId="{EC5DF033-BD0C-584F-B1D1-4573444C43E3}">
      <dsp:nvSpPr>
        <dsp:cNvPr id="0" name=""/>
        <dsp:cNvSpPr/>
      </dsp:nvSpPr>
      <dsp:spPr>
        <a:xfrm>
          <a:off x="2426084" y="2126164"/>
          <a:ext cx="3034531" cy="1820718"/>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100000"/>
            </a:lnSpc>
            <a:spcBef>
              <a:spcPct val="0"/>
            </a:spcBef>
            <a:spcAft>
              <a:spcPct val="35000"/>
            </a:spcAft>
            <a:buNone/>
          </a:pPr>
          <a:r>
            <a:rPr lang="en-US" sz="2400" kern="1200"/>
            <a:t>Advisor: Dr. Nitin Nitin </a:t>
          </a:r>
        </a:p>
      </dsp:txBody>
      <dsp:txXfrm>
        <a:off x="2426084" y="2126164"/>
        <a:ext cx="3034531" cy="18207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0E3583-0B70-AC43-8BF3-6733D14AAE7F}">
      <dsp:nvSpPr>
        <dsp:cNvPr id="0" name=""/>
        <dsp:cNvSpPr/>
      </dsp:nvSpPr>
      <dsp:spPr>
        <a:xfrm>
          <a:off x="0" y="30"/>
          <a:ext cx="5175384" cy="131274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dirty="0"/>
            <a:t>Limited budget and development time</a:t>
          </a:r>
        </a:p>
      </dsp:txBody>
      <dsp:txXfrm>
        <a:off x="64083" y="64113"/>
        <a:ext cx="5047218" cy="1184574"/>
      </dsp:txXfrm>
    </dsp:sp>
    <dsp:sp modelId="{A518FFF2-83C7-2443-A816-22A3A6A95858}">
      <dsp:nvSpPr>
        <dsp:cNvPr id="0" name=""/>
        <dsp:cNvSpPr/>
      </dsp:nvSpPr>
      <dsp:spPr>
        <a:xfrm>
          <a:off x="0" y="1407810"/>
          <a:ext cx="5175384" cy="1312740"/>
        </a:xfrm>
        <a:prstGeom prst="roundRect">
          <a:avLst/>
        </a:prstGeom>
        <a:solidFill>
          <a:schemeClr val="accent2">
            <a:hueOff val="1560507"/>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Dependency on third-party travel APIs</a:t>
          </a:r>
        </a:p>
      </dsp:txBody>
      <dsp:txXfrm>
        <a:off x="64083" y="1471893"/>
        <a:ext cx="5047218" cy="1184574"/>
      </dsp:txXfrm>
    </dsp:sp>
    <dsp:sp modelId="{B2E2FA7D-EFBF-8C4A-875D-B005DE287DEE}">
      <dsp:nvSpPr>
        <dsp:cNvPr id="0" name=""/>
        <dsp:cNvSpPr/>
      </dsp:nvSpPr>
      <dsp:spPr>
        <a:xfrm>
          <a:off x="0" y="2815590"/>
          <a:ext cx="5175384" cy="1312740"/>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Data privacy and security concerns</a:t>
          </a:r>
        </a:p>
      </dsp:txBody>
      <dsp:txXfrm>
        <a:off x="64083" y="2879673"/>
        <a:ext cx="5047218" cy="1184574"/>
      </dsp:txXfrm>
    </dsp:sp>
    <dsp:sp modelId="{F4B6BF5B-25CF-D642-80AC-B2FD2AF2E695}">
      <dsp:nvSpPr>
        <dsp:cNvPr id="0" name=""/>
        <dsp:cNvSpPr/>
      </dsp:nvSpPr>
      <dsp:spPr>
        <a:xfrm>
          <a:off x="0" y="4223370"/>
          <a:ext cx="5175384" cy="1312740"/>
        </a:xfrm>
        <a:prstGeom prst="roundRect">
          <a:avLst/>
        </a:prstGeom>
        <a:solidFill>
          <a:schemeClr val="accent2">
            <a:hueOff val="4681520"/>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Ensuring real-time response and reliability</a:t>
          </a:r>
        </a:p>
      </dsp:txBody>
      <dsp:txXfrm>
        <a:off x="64083" y="4287453"/>
        <a:ext cx="5047218" cy="118457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78D1FA-7C86-F047-86F8-1A0CFDBB1CA2}">
      <dsp:nvSpPr>
        <dsp:cNvPr id="0" name=""/>
        <dsp:cNvSpPr/>
      </dsp:nvSpPr>
      <dsp:spPr>
        <a:xfrm>
          <a:off x="0" y="23066"/>
          <a:ext cx="4988440" cy="170469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Completed requirement gathering and design diagrams</a:t>
          </a:r>
        </a:p>
      </dsp:txBody>
      <dsp:txXfrm>
        <a:off x="83216" y="106282"/>
        <a:ext cx="4822008" cy="1538258"/>
      </dsp:txXfrm>
    </dsp:sp>
    <dsp:sp modelId="{DD174A8E-0E20-C943-B0DF-BC54B07847BA}">
      <dsp:nvSpPr>
        <dsp:cNvPr id="0" name=""/>
        <dsp:cNvSpPr/>
      </dsp:nvSpPr>
      <dsp:spPr>
        <a:xfrm>
          <a:off x="0" y="1817036"/>
          <a:ext cx="4988440" cy="1704690"/>
        </a:xfrm>
        <a:prstGeom prst="roundRect">
          <a:avLst/>
        </a:prstGeom>
        <a:solidFill>
          <a:schemeClr val="accent5">
            <a:hueOff val="-4966938"/>
            <a:satOff val="19906"/>
            <a:lumOff val="4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Prototype for itinerary generation completed</a:t>
          </a:r>
        </a:p>
      </dsp:txBody>
      <dsp:txXfrm>
        <a:off x="83216" y="1900252"/>
        <a:ext cx="4822008" cy="1538258"/>
      </dsp:txXfrm>
    </dsp:sp>
    <dsp:sp modelId="{334440C9-482B-1D4E-AA04-8FFECD0F8D21}">
      <dsp:nvSpPr>
        <dsp:cNvPr id="0" name=""/>
        <dsp:cNvSpPr/>
      </dsp:nvSpPr>
      <dsp:spPr>
        <a:xfrm>
          <a:off x="0" y="3611007"/>
          <a:ext cx="4988440" cy="1704690"/>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Next: Integrate NLP chatbot and real-time booking</a:t>
          </a:r>
        </a:p>
      </dsp:txBody>
      <dsp:txXfrm>
        <a:off x="83216" y="3694223"/>
        <a:ext cx="4822008" cy="153825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093BBA-5538-4F30-86CC-DA2A03F5F648}">
      <dsp:nvSpPr>
        <dsp:cNvPr id="0" name=""/>
        <dsp:cNvSpPr/>
      </dsp:nvSpPr>
      <dsp:spPr>
        <a:xfrm>
          <a:off x="0" y="1878"/>
          <a:ext cx="8229600" cy="9520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EE56FA-0B93-4D87-A7F9-3CBB565A22D6}">
      <dsp:nvSpPr>
        <dsp:cNvPr id="0" name=""/>
        <dsp:cNvSpPr/>
      </dsp:nvSpPr>
      <dsp:spPr>
        <a:xfrm>
          <a:off x="287993" y="216088"/>
          <a:ext cx="523623" cy="52362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A87F20D-8A71-41A7-A85D-BB959B50E0D6}">
      <dsp:nvSpPr>
        <dsp:cNvPr id="0" name=""/>
        <dsp:cNvSpPr/>
      </dsp:nvSpPr>
      <dsp:spPr>
        <a:xfrm>
          <a:off x="1099610" y="1878"/>
          <a:ext cx="7129989"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100000"/>
            </a:lnSpc>
            <a:spcBef>
              <a:spcPct val="0"/>
            </a:spcBef>
            <a:spcAft>
              <a:spcPct val="35000"/>
            </a:spcAft>
            <a:buNone/>
          </a:pPr>
          <a:r>
            <a:rPr lang="en-US" sz="2200" kern="1200"/>
            <a:t>Fully functional AI travel assistant</a:t>
          </a:r>
        </a:p>
      </dsp:txBody>
      <dsp:txXfrm>
        <a:off x="1099610" y="1878"/>
        <a:ext cx="7129989" cy="952043"/>
      </dsp:txXfrm>
    </dsp:sp>
    <dsp:sp modelId="{69EB84D1-81AB-4DEB-BD74-9D6A30D1FEAF}">
      <dsp:nvSpPr>
        <dsp:cNvPr id="0" name=""/>
        <dsp:cNvSpPr/>
      </dsp:nvSpPr>
      <dsp:spPr>
        <a:xfrm>
          <a:off x="0" y="1191932"/>
          <a:ext cx="8229600" cy="9520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C82375-ECDB-4219-805D-AB3742DB84E1}">
      <dsp:nvSpPr>
        <dsp:cNvPr id="0" name=""/>
        <dsp:cNvSpPr/>
      </dsp:nvSpPr>
      <dsp:spPr>
        <a:xfrm>
          <a:off x="287993" y="1406142"/>
          <a:ext cx="523623" cy="52362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DA12EAE-5533-49F1-958D-34B0ABDF64A8}">
      <dsp:nvSpPr>
        <dsp:cNvPr id="0" name=""/>
        <dsp:cNvSpPr/>
      </dsp:nvSpPr>
      <dsp:spPr>
        <a:xfrm>
          <a:off x="1099610" y="1191932"/>
          <a:ext cx="7129989"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100000"/>
            </a:lnSpc>
            <a:spcBef>
              <a:spcPct val="0"/>
            </a:spcBef>
            <a:spcAft>
              <a:spcPct val="35000"/>
            </a:spcAft>
            <a:buNone/>
          </a:pPr>
          <a:r>
            <a:rPr lang="en-US" sz="2200" kern="1200"/>
            <a:t>Seamless API integration</a:t>
          </a:r>
        </a:p>
      </dsp:txBody>
      <dsp:txXfrm>
        <a:off x="1099610" y="1191932"/>
        <a:ext cx="7129989" cy="952043"/>
      </dsp:txXfrm>
    </dsp:sp>
    <dsp:sp modelId="{95F5F7B3-6CC8-4389-9678-415B83E9C3B3}">
      <dsp:nvSpPr>
        <dsp:cNvPr id="0" name=""/>
        <dsp:cNvSpPr/>
      </dsp:nvSpPr>
      <dsp:spPr>
        <a:xfrm>
          <a:off x="0" y="2381986"/>
          <a:ext cx="8229600" cy="9520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C16CDC-274D-4278-A8C0-35D433A5A3BE}">
      <dsp:nvSpPr>
        <dsp:cNvPr id="0" name=""/>
        <dsp:cNvSpPr/>
      </dsp:nvSpPr>
      <dsp:spPr>
        <a:xfrm>
          <a:off x="287993" y="2596196"/>
          <a:ext cx="523623" cy="52362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8659FD2-E607-451B-98E2-807972F6F122}">
      <dsp:nvSpPr>
        <dsp:cNvPr id="0" name=""/>
        <dsp:cNvSpPr/>
      </dsp:nvSpPr>
      <dsp:spPr>
        <a:xfrm>
          <a:off x="1099610" y="2381986"/>
          <a:ext cx="7129989"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100000"/>
            </a:lnSpc>
            <a:spcBef>
              <a:spcPct val="0"/>
            </a:spcBef>
            <a:spcAft>
              <a:spcPct val="35000"/>
            </a:spcAft>
            <a:buNone/>
          </a:pPr>
          <a:r>
            <a:rPr lang="en-US" sz="2200" kern="1200"/>
            <a:t>Automated itinerary generation</a:t>
          </a:r>
        </a:p>
      </dsp:txBody>
      <dsp:txXfrm>
        <a:off x="1099610" y="2381986"/>
        <a:ext cx="7129989" cy="952043"/>
      </dsp:txXfrm>
    </dsp:sp>
    <dsp:sp modelId="{7DB4BA5B-2116-44B2-BCC7-5005D4E4BD3A}">
      <dsp:nvSpPr>
        <dsp:cNvPr id="0" name=""/>
        <dsp:cNvSpPr/>
      </dsp:nvSpPr>
      <dsp:spPr>
        <a:xfrm>
          <a:off x="0" y="3572041"/>
          <a:ext cx="8229600" cy="9520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83ADB0-4991-43D5-BA8D-10C02A56E029}">
      <dsp:nvSpPr>
        <dsp:cNvPr id="0" name=""/>
        <dsp:cNvSpPr/>
      </dsp:nvSpPr>
      <dsp:spPr>
        <a:xfrm>
          <a:off x="287993" y="3786250"/>
          <a:ext cx="523623" cy="52362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D8620C-0241-4708-9C28-BE59535EF548}">
      <dsp:nvSpPr>
        <dsp:cNvPr id="0" name=""/>
        <dsp:cNvSpPr/>
      </dsp:nvSpPr>
      <dsp:spPr>
        <a:xfrm>
          <a:off x="1099610" y="3572041"/>
          <a:ext cx="7129989"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100000"/>
            </a:lnSpc>
            <a:spcBef>
              <a:spcPct val="0"/>
            </a:spcBef>
            <a:spcAft>
              <a:spcPct val="35000"/>
            </a:spcAft>
            <a:buNone/>
          </a:pPr>
          <a:r>
            <a:rPr lang="en-US" sz="2200" kern="1200"/>
            <a:t>Web interface for live demo</a:t>
          </a:r>
        </a:p>
      </dsp:txBody>
      <dsp:txXfrm>
        <a:off x="1099610" y="3572041"/>
        <a:ext cx="7129989" cy="95204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0E3AA2-42C2-45A8-988F-012B989AA5EC}">
      <dsp:nvSpPr>
        <dsp:cNvPr id="0" name=""/>
        <dsp:cNvSpPr/>
      </dsp:nvSpPr>
      <dsp:spPr>
        <a:xfrm>
          <a:off x="530099" y="691938"/>
          <a:ext cx="1406812" cy="1406812"/>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650D5B-12AC-49F8-9519-0C40428F4C39}">
      <dsp:nvSpPr>
        <dsp:cNvPr id="0" name=""/>
        <dsp:cNvSpPr/>
      </dsp:nvSpPr>
      <dsp:spPr>
        <a:xfrm>
          <a:off x="829912" y="991750"/>
          <a:ext cx="807187" cy="8071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DC06FC3-FA4A-493C-A0AD-DC0783D047D8}">
      <dsp:nvSpPr>
        <dsp:cNvPr id="0" name=""/>
        <dsp:cNvSpPr/>
      </dsp:nvSpPr>
      <dsp:spPr>
        <a:xfrm>
          <a:off x="80381" y="2536938"/>
          <a:ext cx="23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US" sz="1600" kern="1200"/>
            <a:t>Live demo of Smart Travel Agent</a:t>
          </a:r>
        </a:p>
      </dsp:txBody>
      <dsp:txXfrm>
        <a:off x="80381" y="2536938"/>
        <a:ext cx="2306250" cy="720000"/>
      </dsp:txXfrm>
    </dsp:sp>
    <dsp:sp modelId="{4EEC212D-CB21-401D-9170-C87233B58D67}">
      <dsp:nvSpPr>
        <dsp:cNvPr id="0" name=""/>
        <dsp:cNvSpPr/>
      </dsp:nvSpPr>
      <dsp:spPr>
        <a:xfrm>
          <a:off x="3239943" y="691938"/>
          <a:ext cx="1406812" cy="1406812"/>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F23D8C-B8D0-476E-BECC-ED2ABB0E4379}">
      <dsp:nvSpPr>
        <dsp:cNvPr id="0" name=""/>
        <dsp:cNvSpPr/>
      </dsp:nvSpPr>
      <dsp:spPr>
        <a:xfrm>
          <a:off x="3539756" y="991750"/>
          <a:ext cx="807187" cy="8071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41D778F-2191-414C-9BB4-68CC77520BA8}">
      <dsp:nvSpPr>
        <dsp:cNvPr id="0" name=""/>
        <dsp:cNvSpPr/>
      </dsp:nvSpPr>
      <dsp:spPr>
        <a:xfrm>
          <a:off x="2790224" y="2536938"/>
          <a:ext cx="23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US" sz="1600" kern="1200"/>
            <a:t>Interactive itinerary generation</a:t>
          </a:r>
        </a:p>
      </dsp:txBody>
      <dsp:txXfrm>
        <a:off x="2790224" y="2536938"/>
        <a:ext cx="2306250" cy="720000"/>
      </dsp:txXfrm>
    </dsp:sp>
    <dsp:sp modelId="{C94D630A-A7DA-4599-B08B-1AF3C343EB02}">
      <dsp:nvSpPr>
        <dsp:cNvPr id="0" name=""/>
        <dsp:cNvSpPr/>
      </dsp:nvSpPr>
      <dsp:spPr>
        <a:xfrm>
          <a:off x="5949787" y="691938"/>
          <a:ext cx="1406812" cy="1406812"/>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5015E3-D53E-43EF-BE13-29EE3795FEA7}">
      <dsp:nvSpPr>
        <dsp:cNvPr id="0" name=""/>
        <dsp:cNvSpPr/>
      </dsp:nvSpPr>
      <dsp:spPr>
        <a:xfrm>
          <a:off x="6249600" y="991750"/>
          <a:ext cx="807187" cy="8071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863D40D-AD2C-4869-9205-018B1F6475BD}">
      <dsp:nvSpPr>
        <dsp:cNvPr id="0" name=""/>
        <dsp:cNvSpPr/>
      </dsp:nvSpPr>
      <dsp:spPr>
        <a:xfrm>
          <a:off x="5500068" y="2536938"/>
          <a:ext cx="23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US" sz="1600" kern="1200"/>
            <a:t>AI-driven recommendations and booking simulation</a:t>
          </a:r>
        </a:p>
      </dsp:txBody>
      <dsp:txXfrm>
        <a:off x="5500068" y="2536938"/>
        <a:ext cx="2306250"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10/28/25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descr="Travel essentials on a table">
            <a:extLst>
              <a:ext uri="{FF2B5EF4-FFF2-40B4-BE49-F238E27FC236}">
                <a16:creationId xmlns:a16="http://schemas.microsoft.com/office/drawing/2014/main" id="{D23FE6E8-F89E-34CA-8EF8-C5256C520292}"/>
              </a:ext>
            </a:extLst>
          </p:cNvPr>
          <p:cNvPicPr>
            <a:picLocks noChangeAspect="1"/>
          </p:cNvPicPr>
          <p:nvPr/>
        </p:nvPicPr>
        <p:blipFill>
          <a:blip r:embed="rId2"/>
          <a:srcRect l="1851" r="58655" b="-2"/>
          <a:stretch>
            <a:fillRect/>
          </a:stretch>
        </p:blipFill>
        <p:spPr>
          <a:xfrm>
            <a:off x="20" y="-2"/>
            <a:ext cx="4057627" cy="6858002"/>
          </a:xfrm>
          <a:prstGeom prst="rect">
            <a:avLst/>
          </a:prstGeom>
        </p:spPr>
      </p:pic>
      <p:sp useBgFill="1">
        <p:nvSpPr>
          <p:cNvPr id="26" name="Rectangle 25">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7647" y="-1"/>
            <a:ext cx="508635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1E5FB71-B7C9-7E52-FDFD-4761F9610E08}"/>
              </a:ext>
            </a:extLst>
          </p:cNvPr>
          <p:cNvSpPr>
            <a:spLocks noGrp="1"/>
          </p:cNvSpPr>
          <p:nvPr>
            <p:ph idx="1"/>
          </p:nvPr>
        </p:nvSpPr>
        <p:spPr>
          <a:xfrm>
            <a:off x="4572000" y="404037"/>
            <a:ext cx="4348716" cy="3774558"/>
          </a:xfrm>
        </p:spPr>
        <p:txBody>
          <a:bodyPr anchor="ctr">
            <a:normAutofit/>
          </a:bodyPr>
          <a:lstStyle/>
          <a:p>
            <a:pPr marL="0" indent="0" algn="ctr">
              <a:buNone/>
            </a:pPr>
            <a:r>
              <a:rPr lang="en-US" sz="6000" dirty="0" err="1">
                <a:solidFill>
                  <a:srgbClr val="FF0000"/>
                </a:solidFill>
                <a:latin typeface="Times New Roman" panose="02020603050405020304" pitchFamily="18" charset="0"/>
                <a:cs typeface="Times New Roman" panose="02020603050405020304" pitchFamily="18" charset="0"/>
              </a:rPr>
              <a:t>SmartTravel</a:t>
            </a:r>
            <a:endParaRPr lang="en-US" sz="6000" dirty="0">
              <a:solidFill>
                <a:srgbClr val="FF0000"/>
              </a:solidFill>
              <a:latin typeface="Times New Roman" panose="02020603050405020304" pitchFamily="18" charset="0"/>
              <a:cs typeface="Times New Roman" panose="02020603050405020304" pitchFamily="18" charset="0"/>
            </a:endParaRPr>
          </a:p>
          <a:p>
            <a:pPr marL="0" indent="0" algn="ctr">
              <a:buNone/>
            </a:pPr>
            <a:r>
              <a:rPr lang="en-US" sz="2000" i="1" dirty="0">
                <a:latin typeface="Times New Roman" panose="02020603050405020304" pitchFamily="18" charset="0"/>
                <a:cs typeface="Times New Roman" panose="02020603050405020304" pitchFamily="18" charset="0"/>
              </a:rPr>
              <a:t>An Intelligent Travel Planning and Recommendation System</a:t>
            </a:r>
          </a:p>
        </p:txBody>
      </p:sp>
      <p:sp>
        <p:nvSpPr>
          <p:cNvPr id="4" name="TextBox 3">
            <a:extLst>
              <a:ext uri="{FF2B5EF4-FFF2-40B4-BE49-F238E27FC236}">
                <a16:creationId xmlns:a16="http://schemas.microsoft.com/office/drawing/2014/main" id="{CFC79D0E-45C7-2B74-E119-1DE71A15B5C2}"/>
              </a:ext>
            </a:extLst>
          </p:cNvPr>
          <p:cNvSpPr txBox="1"/>
          <p:nvPr/>
        </p:nvSpPr>
        <p:spPr>
          <a:xfrm>
            <a:off x="5560948" y="3997857"/>
            <a:ext cx="3062057" cy="584775"/>
          </a:xfrm>
          <a:prstGeom prst="rect">
            <a:avLst/>
          </a:prstGeom>
          <a:noFill/>
        </p:spPr>
        <p:txBody>
          <a:bodyPr wrap="none" rtlCol="0">
            <a:spAutoFit/>
          </a:bodyPr>
          <a:lstStyle/>
          <a:p>
            <a:r>
              <a:rPr lang="en-US" sz="1600" dirty="0"/>
              <a:t>Sethu Kruthin Nagari</a:t>
            </a:r>
          </a:p>
          <a:p>
            <a:r>
              <a:rPr lang="en-US" sz="1600" dirty="0"/>
              <a:t>Sai Venkata Subhash </a:t>
            </a:r>
            <a:r>
              <a:rPr lang="en-US" sz="1600" dirty="0" err="1"/>
              <a:t>Vakkalagadda</a:t>
            </a:r>
            <a:endParaRPr lang="en-US" sz="1600" dirty="0"/>
          </a:p>
        </p:txBody>
      </p:sp>
    </p:spTree>
    <p:extLst>
      <p:ext uri="{BB962C8B-B14F-4D97-AF65-F5344CB8AC3E}">
        <p14:creationId xmlns:p14="http://schemas.microsoft.com/office/powerpoint/2010/main" val="33548845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29369" y="238539"/>
            <a:ext cx="8263890" cy="1434415"/>
          </a:xfrm>
        </p:spPr>
        <p:txBody>
          <a:bodyPr anchor="b">
            <a:normAutofit/>
          </a:bodyPr>
          <a:lstStyle/>
          <a:p>
            <a:r>
              <a:rPr lang="en-US" dirty="0">
                <a:latin typeface="Times New Roman" panose="02020603050405020304" pitchFamily="18" charset="0"/>
                <a:cs typeface="Times New Roman" panose="02020603050405020304" pitchFamily="18" charset="0"/>
              </a:rPr>
              <a:t>Smart Travel Agent</a:t>
            </a:r>
          </a:p>
        </p:txBody>
      </p:sp>
      <p:sp>
        <p:nvSpPr>
          <p:cNvPr id="16"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9369" y="1681544"/>
            <a:ext cx="8229600" cy="18288"/>
          </a:xfrm>
          <a:custGeom>
            <a:avLst/>
            <a:gdLst>
              <a:gd name="connsiteX0" fmla="*/ 0 w 8229600"/>
              <a:gd name="connsiteY0" fmla="*/ 0 h 18288"/>
              <a:gd name="connsiteX1" fmla="*/ 521208 w 8229600"/>
              <a:gd name="connsiteY1" fmla="*/ 0 h 18288"/>
              <a:gd name="connsiteX2" fmla="*/ 1371600 w 8229600"/>
              <a:gd name="connsiteY2" fmla="*/ 0 h 18288"/>
              <a:gd name="connsiteX3" fmla="*/ 2221992 w 8229600"/>
              <a:gd name="connsiteY3" fmla="*/ 0 h 18288"/>
              <a:gd name="connsiteX4" fmla="*/ 3072384 w 8229600"/>
              <a:gd name="connsiteY4" fmla="*/ 0 h 18288"/>
              <a:gd name="connsiteX5" fmla="*/ 3511296 w 8229600"/>
              <a:gd name="connsiteY5" fmla="*/ 0 h 18288"/>
              <a:gd name="connsiteX6" fmla="*/ 4114800 w 8229600"/>
              <a:gd name="connsiteY6" fmla="*/ 0 h 18288"/>
              <a:gd name="connsiteX7" fmla="*/ 4553712 w 8229600"/>
              <a:gd name="connsiteY7" fmla="*/ 0 h 18288"/>
              <a:gd name="connsiteX8" fmla="*/ 5239512 w 8229600"/>
              <a:gd name="connsiteY8" fmla="*/ 0 h 18288"/>
              <a:gd name="connsiteX9" fmla="*/ 5843016 w 8229600"/>
              <a:gd name="connsiteY9" fmla="*/ 0 h 18288"/>
              <a:gd name="connsiteX10" fmla="*/ 6611112 w 8229600"/>
              <a:gd name="connsiteY10" fmla="*/ 0 h 18288"/>
              <a:gd name="connsiteX11" fmla="*/ 7461504 w 8229600"/>
              <a:gd name="connsiteY11" fmla="*/ 0 h 18288"/>
              <a:gd name="connsiteX12" fmla="*/ 8229600 w 8229600"/>
              <a:gd name="connsiteY12" fmla="*/ 0 h 18288"/>
              <a:gd name="connsiteX13" fmla="*/ 8229600 w 8229600"/>
              <a:gd name="connsiteY13" fmla="*/ 18288 h 18288"/>
              <a:gd name="connsiteX14" fmla="*/ 7461504 w 8229600"/>
              <a:gd name="connsiteY14" fmla="*/ 18288 h 18288"/>
              <a:gd name="connsiteX15" fmla="*/ 6940296 w 8229600"/>
              <a:gd name="connsiteY15" fmla="*/ 18288 h 18288"/>
              <a:gd name="connsiteX16" fmla="*/ 6419088 w 8229600"/>
              <a:gd name="connsiteY16" fmla="*/ 18288 h 18288"/>
              <a:gd name="connsiteX17" fmla="*/ 5650992 w 8229600"/>
              <a:gd name="connsiteY17" fmla="*/ 18288 h 18288"/>
              <a:gd name="connsiteX18" fmla="*/ 5129784 w 8229600"/>
              <a:gd name="connsiteY18" fmla="*/ 18288 h 18288"/>
              <a:gd name="connsiteX19" fmla="*/ 4690872 w 8229600"/>
              <a:gd name="connsiteY19" fmla="*/ 18288 h 18288"/>
              <a:gd name="connsiteX20" fmla="*/ 4087368 w 8229600"/>
              <a:gd name="connsiteY20" fmla="*/ 18288 h 18288"/>
              <a:gd name="connsiteX21" fmla="*/ 3401568 w 8229600"/>
              <a:gd name="connsiteY21" fmla="*/ 18288 h 18288"/>
              <a:gd name="connsiteX22" fmla="*/ 2798064 w 8229600"/>
              <a:gd name="connsiteY22" fmla="*/ 18288 h 18288"/>
              <a:gd name="connsiteX23" fmla="*/ 2276856 w 8229600"/>
              <a:gd name="connsiteY23" fmla="*/ 18288 h 18288"/>
              <a:gd name="connsiteX24" fmla="*/ 1426464 w 8229600"/>
              <a:gd name="connsiteY24" fmla="*/ 18288 h 18288"/>
              <a:gd name="connsiteX25" fmla="*/ 740664 w 8229600"/>
              <a:gd name="connsiteY25" fmla="*/ 18288 h 18288"/>
              <a:gd name="connsiteX26" fmla="*/ 0 w 8229600"/>
              <a:gd name="connsiteY26" fmla="*/ 18288 h 18288"/>
              <a:gd name="connsiteX27" fmla="*/ 0 w 8229600"/>
              <a:gd name="connsiteY2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229600" h="18288" fill="none" extrusionOk="0">
                <a:moveTo>
                  <a:pt x="0" y="0"/>
                </a:moveTo>
                <a:cubicBezTo>
                  <a:pt x="227594" y="-4267"/>
                  <a:pt x="329693" y="13251"/>
                  <a:pt x="521208" y="0"/>
                </a:cubicBezTo>
                <a:cubicBezTo>
                  <a:pt x="712723" y="-13251"/>
                  <a:pt x="1137373" y="-13618"/>
                  <a:pt x="1371600" y="0"/>
                </a:cubicBezTo>
                <a:cubicBezTo>
                  <a:pt x="1605827" y="13618"/>
                  <a:pt x="1975382" y="-27374"/>
                  <a:pt x="2221992" y="0"/>
                </a:cubicBezTo>
                <a:cubicBezTo>
                  <a:pt x="2468602" y="27374"/>
                  <a:pt x="2863316" y="-20517"/>
                  <a:pt x="3072384" y="0"/>
                </a:cubicBezTo>
                <a:cubicBezTo>
                  <a:pt x="3281452" y="20517"/>
                  <a:pt x="3331438" y="10793"/>
                  <a:pt x="3511296" y="0"/>
                </a:cubicBezTo>
                <a:cubicBezTo>
                  <a:pt x="3691154" y="-10793"/>
                  <a:pt x="3906405" y="-29737"/>
                  <a:pt x="4114800" y="0"/>
                </a:cubicBezTo>
                <a:cubicBezTo>
                  <a:pt x="4323195" y="29737"/>
                  <a:pt x="4428852" y="-2234"/>
                  <a:pt x="4553712" y="0"/>
                </a:cubicBezTo>
                <a:cubicBezTo>
                  <a:pt x="4678572" y="2234"/>
                  <a:pt x="5065629" y="29368"/>
                  <a:pt x="5239512" y="0"/>
                </a:cubicBezTo>
                <a:cubicBezTo>
                  <a:pt x="5413395" y="-29368"/>
                  <a:pt x="5703888" y="11839"/>
                  <a:pt x="5843016" y="0"/>
                </a:cubicBezTo>
                <a:cubicBezTo>
                  <a:pt x="5982144" y="-11839"/>
                  <a:pt x="6260765" y="24719"/>
                  <a:pt x="6611112" y="0"/>
                </a:cubicBezTo>
                <a:cubicBezTo>
                  <a:pt x="6961459" y="-24719"/>
                  <a:pt x="7228293" y="32959"/>
                  <a:pt x="7461504" y="0"/>
                </a:cubicBezTo>
                <a:cubicBezTo>
                  <a:pt x="7694715" y="-32959"/>
                  <a:pt x="7990029" y="-3422"/>
                  <a:pt x="8229600" y="0"/>
                </a:cubicBezTo>
                <a:cubicBezTo>
                  <a:pt x="8228940" y="5812"/>
                  <a:pt x="8229447" y="9773"/>
                  <a:pt x="8229600" y="18288"/>
                </a:cubicBezTo>
                <a:cubicBezTo>
                  <a:pt x="7940706" y="-9293"/>
                  <a:pt x="7792584" y="-16009"/>
                  <a:pt x="7461504" y="18288"/>
                </a:cubicBezTo>
                <a:cubicBezTo>
                  <a:pt x="7130424" y="52585"/>
                  <a:pt x="7080072" y="43845"/>
                  <a:pt x="6940296" y="18288"/>
                </a:cubicBezTo>
                <a:cubicBezTo>
                  <a:pt x="6800520" y="-7269"/>
                  <a:pt x="6672872" y="26671"/>
                  <a:pt x="6419088" y="18288"/>
                </a:cubicBezTo>
                <a:cubicBezTo>
                  <a:pt x="6165304" y="9905"/>
                  <a:pt x="5869721" y="4987"/>
                  <a:pt x="5650992" y="18288"/>
                </a:cubicBezTo>
                <a:cubicBezTo>
                  <a:pt x="5432263" y="31589"/>
                  <a:pt x="5308310" y="3023"/>
                  <a:pt x="5129784" y="18288"/>
                </a:cubicBezTo>
                <a:cubicBezTo>
                  <a:pt x="4951258" y="33553"/>
                  <a:pt x="4799696" y="15357"/>
                  <a:pt x="4690872" y="18288"/>
                </a:cubicBezTo>
                <a:cubicBezTo>
                  <a:pt x="4582048" y="21219"/>
                  <a:pt x="4311124" y="-7836"/>
                  <a:pt x="4087368" y="18288"/>
                </a:cubicBezTo>
                <a:cubicBezTo>
                  <a:pt x="3863612" y="44412"/>
                  <a:pt x="3730288" y="13374"/>
                  <a:pt x="3401568" y="18288"/>
                </a:cubicBezTo>
                <a:cubicBezTo>
                  <a:pt x="3072848" y="23202"/>
                  <a:pt x="3020684" y="32425"/>
                  <a:pt x="2798064" y="18288"/>
                </a:cubicBezTo>
                <a:cubicBezTo>
                  <a:pt x="2575444" y="4151"/>
                  <a:pt x="2440915" y="-7352"/>
                  <a:pt x="2276856" y="18288"/>
                </a:cubicBezTo>
                <a:cubicBezTo>
                  <a:pt x="2112797" y="43928"/>
                  <a:pt x="1726502" y="-9560"/>
                  <a:pt x="1426464" y="18288"/>
                </a:cubicBezTo>
                <a:cubicBezTo>
                  <a:pt x="1126426" y="46136"/>
                  <a:pt x="992925" y="21016"/>
                  <a:pt x="740664" y="18288"/>
                </a:cubicBezTo>
                <a:cubicBezTo>
                  <a:pt x="488403" y="15560"/>
                  <a:pt x="195650" y="-16061"/>
                  <a:pt x="0" y="18288"/>
                </a:cubicBezTo>
                <a:cubicBezTo>
                  <a:pt x="348" y="9455"/>
                  <a:pt x="654" y="3983"/>
                  <a:pt x="0" y="0"/>
                </a:cubicBezTo>
                <a:close/>
              </a:path>
              <a:path w="8229600" h="18288" stroke="0" extrusionOk="0">
                <a:moveTo>
                  <a:pt x="0" y="0"/>
                </a:moveTo>
                <a:cubicBezTo>
                  <a:pt x="259263" y="-9445"/>
                  <a:pt x="404731" y="4427"/>
                  <a:pt x="521208" y="0"/>
                </a:cubicBezTo>
                <a:cubicBezTo>
                  <a:pt x="637685" y="-4427"/>
                  <a:pt x="839187" y="564"/>
                  <a:pt x="960120" y="0"/>
                </a:cubicBezTo>
                <a:cubicBezTo>
                  <a:pt x="1081053" y="-564"/>
                  <a:pt x="1313469" y="-16481"/>
                  <a:pt x="1481328" y="0"/>
                </a:cubicBezTo>
                <a:cubicBezTo>
                  <a:pt x="1649187" y="16481"/>
                  <a:pt x="1885247" y="26161"/>
                  <a:pt x="2167128" y="0"/>
                </a:cubicBezTo>
                <a:cubicBezTo>
                  <a:pt x="2449009" y="-26161"/>
                  <a:pt x="2761875" y="-22202"/>
                  <a:pt x="2935224" y="0"/>
                </a:cubicBezTo>
                <a:cubicBezTo>
                  <a:pt x="3108573" y="22202"/>
                  <a:pt x="3540687" y="-2863"/>
                  <a:pt x="3785616" y="0"/>
                </a:cubicBezTo>
                <a:cubicBezTo>
                  <a:pt x="4030545" y="2863"/>
                  <a:pt x="4280774" y="-12442"/>
                  <a:pt x="4636008" y="0"/>
                </a:cubicBezTo>
                <a:cubicBezTo>
                  <a:pt x="4991242" y="12442"/>
                  <a:pt x="5025483" y="16914"/>
                  <a:pt x="5239512" y="0"/>
                </a:cubicBezTo>
                <a:cubicBezTo>
                  <a:pt x="5453541" y="-16914"/>
                  <a:pt x="5754008" y="16592"/>
                  <a:pt x="6007608" y="0"/>
                </a:cubicBezTo>
                <a:cubicBezTo>
                  <a:pt x="6261208" y="-16592"/>
                  <a:pt x="6407957" y="-11909"/>
                  <a:pt x="6693408" y="0"/>
                </a:cubicBezTo>
                <a:cubicBezTo>
                  <a:pt x="6978859" y="11909"/>
                  <a:pt x="7015437" y="-20890"/>
                  <a:pt x="7296912" y="0"/>
                </a:cubicBezTo>
                <a:cubicBezTo>
                  <a:pt x="7578387" y="20890"/>
                  <a:pt x="7859622" y="46406"/>
                  <a:pt x="8229600" y="0"/>
                </a:cubicBezTo>
                <a:cubicBezTo>
                  <a:pt x="8230508" y="6337"/>
                  <a:pt x="8228722" y="11778"/>
                  <a:pt x="8229600" y="18288"/>
                </a:cubicBezTo>
                <a:cubicBezTo>
                  <a:pt x="8075287" y="35054"/>
                  <a:pt x="7821366" y="21850"/>
                  <a:pt x="7626096" y="18288"/>
                </a:cubicBezTo>
                <a:cubicBezTo>
                  <a:pt x="7430826" y="14726"/>
                  <a:pt x="7320004" y="-9669"/>
                  <a:pt x="7022592" y="18288"/>
                </a:cubicBezTo>
                <a:cubicBezTo>
                  <a:pt x="6725180" y="46245"/>
                  <a:pt x="6348804" y="-14025"/>
                  <a:pt x="6172200" y="18288"/>
                </a:cubicBezTo>
                <a:cubicBezTo>
                  <a:pt x="5995596" y="50601"/>
                  <a:pt x="5788102" y="22890"/>
                  <a:pt x="5650992" y="18288"/>
                </a:cubicBezTo>
                <a:cubicBezTo>
                  <a:pt x="5513882" y="13686"/>
                  <a:pt x="5198399" y="29121"/>
                  <a:pt x="4882896" y="18288"/>
                </a:cubicBezTo>
                <a:cubicBezTo>
                  <a:pt x="4567393" y="7455"/>
                  <a:pt x="4557008" y="26965"/>
                  <a:pt x="4443984" y="18288"/>
                </a:cubicBezTo>
                <a:cubicBezTo>
                  <a:pt x="4330960" y="9611"/>
                  <a:pt x="4061674" y="28891"/>
                  <a:pt x="3758184" y="18288"/>
                </a:cubicBezTo>
                <a:cubicBezTo>
                  <a:pt x="3454694" y="7685"/>
                  <a:pt x="3380392" y="19119"/>
                  <a:pt x="3236976" y="18288"/>
                </a:cubicBezTo>
                <a:cubicBezTo>
                  <a:pt x="3093560" y="17457"/>
                  <a:pt x="2632116" y="37607"/>
                  <a:pt x="2386584" y="18288"/>
                </a:cubicBezTo>
                <a:cubicBezTo>
                  <a:pt x="2141052" y="-1031"/>
                  <a:pt x="2110884" y="28777"/>
                  <a:pt x="1947672" y="18288"/>
                </a:cubicBezTo>
                <a:cubicBezTo>
                  <a:pt x="1784460" y="7799"/>
                  <a:pt x="1535467" y="461"/>
                  <a:pt x="1261872" y="18288"/>
                </a:cubicBezTo>
                <a:cubicBezTo>
                  <a:pt x="988277" y="36115"/>
                  <a:pt x="1021096" y="10375"/>
                  <a:pt x="822960" y="18288"/>
                </a:cubicBezTo>
                <a:cubicBezTo>
                  <a:pt x="624824" y="26201"/>
                  <a:pt x="298309" y="1283"/>
                  <a:pt x="0" y="18288"/>
                </a:cubicBezTo>
                <a:cubicBezTo>
                  <a:pt x="-633" y="12278"/>
                  <a:pt x="-757" y="5867"/>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29369" y="2071316"/>
            <a:ext cx="5187660" cy="4331292"/>
          </a:xfrm>
        </p:spPr>
        <p:txBody>
          <a:bodyPr anchor="t">
            <a:noAutofit/>
          </a:bodyPr>
          <a:lstStyle/>
          <a:p>
            <a:pPr>
              <a:lnSpc>
                <a:spcPct val="90000"/>
              </a:lnSpc>
            </a:pPr>
            <a:r>
              <a:rPr lang="en-US" sz="1900" b="1" dirty="0">
                <a:latin typeface="Times New Roman" panose="02020603050405020304" pitchFamily="18" charset="0"/>
                <a:cs typeface="Times New Roman" panose="02020603050405020304" pitchFamily="18" charset="0"/>
              </a:rPr>
              <a:t>Purpose</a:t>
            </a:r>
            <a:r>
              <a:rPr lang="en-US" sz="1900" dirty="0">
                <a:latin typeface="Times New Roman" panose="02020603050405020304" pitchFamily="18" charset="0"/>
                <a:cs typeface="Times New Roman" panose="02020603050405020304" pitchFamily="18" charset="0"/>
              </a:rPr>
              <a:t>: The Smart Travel project aims to simplify and automate holiday planning by using artificial intelligence to develop individualized travel itineraries. The solution will save consumers time and effort by intelligently automating location research, price comparisons, and bookings.</a:t>
            </a:r>
          </a:p>
          <a:p>
            <a:pPr marL="0" indent="0">
              <a:lnSpc>
                <a:spcPct val="90000"/>
              </a:lnSpc>
              <a:buNone/>
            </a:pPr>
            <a:endParaRPr lang="en-US" sz="1900" dirty="0">
              <a:latin typeface="Times New Roman" panose="02020603050405020304" pitchFamily="18" charset="0"/>
              <a:cs typeface="Times New Roman" panose="02020603050405020304" pitchFamily="18" charset="0"/>
            </a:endParaRPr>
          </a:p>
          <a:p>
            <a:pPr>
              <a:lnSpc>
                <a:spcPct val="90000"/>
              </a:lnSpc>
            </a:pPr>
            <a:r>
              <a:rPr lang="en-US" sz="1900" b="1" dirty="0">
                <a:latin typeface="Times New Roman" panose="02020603050405020304" pitchFamily="18" charset="0"/>
                <a:cs typeface="Times New Roman" panose="02020603050405020304" pitchFamily="18" charset="0"/>
              </a:rPr>
              <a:t>Goal</a:t>
            </a:r>
            <a:r>
              <a:rPr lang="en-US" sz="1900" dirty="0">
                <a:latin typeface="Times New Roman" panose="02020603050405020304" pitchFamily="18" charset="0"/>
                <a:cs typeface="Times New Roman" panose="02020603050405020304" pitchFamily="18" charset="0"/>
              </a:rPr>
              <a:t>: Smart Travel's mission is to construct and implement an AI-powered travel advisor that generates comprehensive, bookable holiday itineraries based on a user's budget, travel dates, and preferences. The project seeks to provide accurate, efficient, and user-friendly travel recommendations by combining APIs for flights, hotels, and activities.</a:t>
            </a:r>
          </a:p>
        </p:txBody>
      </p:sp>
      <p:pic>
        <p:nvPicPr>
          <p:cNvPr id="5" name="Picture 4" descr="Assorted things on a floor">
            <a:extLst>
              <a:ext uri="{FF2B5EF4-FFF2-40B4-BE49-F238E27FC236}">
                <a16:creationId xmlns:a16="http://schemas.microsoft.com/office/drawing/2014/main" id="{D548DFB4-C37A-A20B-8A71-B908CA3FE906}"/>
              </a:ext>
            </a:extLst>
          </p:cNvPr>
          <p:cNvPicPr>
            <a:picLocks noChangeAspect="1"/>
          </p:cNvPicPr>
          <p:nvPr/>
        </p:nvPicPr>
        <p:blipFill>
          <a:blip r:embed="rId2"/>
          <a:srcRect l="17253" r="34585" b="2"/>
          <a:stretch>
            <a:fillRect/>
          </a:stretch>
        </p:blipFill>
        <p:spPr>
          <a:xfrm>
            <a:off x="5756742" y="2093976"/>
            <a:ext cx="3108851" cy="430863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US" sz="4700">
                <a:latin typeface="Times New Roman" panose="02020603050405020304" pitchFamily="18" charset="0"/>
                <a:cs typeface="Times New Roman" panose="02020603050405020304" pitchFamily="18" charset="0"/>
              </a:rPr>
              <a:t>Team Members</a:t>
            </a:r>
          </a:p>
        </p:txBody>
      </p:sp>
      <p:sp>
        <p:nvSpPr>
          <p:cNvPr id="35"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1865313"/>
            <a:ext cx="7818120" cy="18288"/>
          </a:xfrm>
          <a:custGeom>
            <a:avLst/>
            <a:gdLst>
              <a:gd name="connsiteX0" fmla="*/ 0 w 7818120"/>
              <a:gd name="connsiteY0" fmla="*/ 0 h 18288"/>
              <a:gd name="connsiteX1" fmla="*/ 416966 w 7818120"/>
              <a:gd name="connsiteY1" fmla="*/ 0 h 18288"/>
              <a:gd name="connsiteX2" fmla="*/ 1146658 w 7818120"/>
              <a:gd name="connsiteY2" fmla="*/ 0 h 18288"/>
              <a:gd name="connsiteX3" fmla="*/ 1563624 w 7818120"/>
              <a:gd name="connsiteY3" fmla="*/ 0 h 18288"/>
              <a:gd name="connsiteX4" fmla="*/ 2136953 w 7818120"/>
              <a:gd name="connsiteY4" fmla="*/ 0 h 18288"/>
              <a:gd name="connsiteX5" fmla="*/ 2944825 w 7818120"/>
              <a:gd name="connsiteY5" fmla="*/ 0 h 18288"/>
              <a:gd name="connsiteX6" fmla="*/ 3596335 w 7818120"/>
              <a:gd name="connsiteY6" fmla="*/ 0 h 18288"/>
              <a:gd name="connsiteX7" fmla="*/ 4326026 w 7818120"/>
              <a:gd name="connsiteY7" fmla="*/ 0 h 18288"/>
              <a:gd name="connsiteX8" fmla="*/ 4899355 w 7818120"/>
              <a:gd name="connsiteY8" fmla="*/ 0 h 18288"/>
              <a:gd name="connsiteX9" fmla="*/ 5550865 w 7818120"/>
              <a:gd name="connsiteY9" fmla="*/ 0 h 18288"/>
              <a:gd name="connsiteX10" fmla="*/ 6358738 w 7818120"/>
              <a:gd name="connsiteY10" fmla="*/ 0 h 18288"/>
              <a:gd name="connsiteX11" fmla="*/ 6853885 w 7818120"/>
              <a:gd name="connsiteY11" fmla="*/ 0 h 18288"/>
              <a:gd name="connsiteX12" fmla="*/ 7818120 w 7818120"/>
              <a:gd name="connsiteY12" fmla="*/ 0 h 18288"/>
              <a:gd name="connsiteX13" fmla="*/ 7818120 w 7818120"/>
              <a:gd name="connsiteY13" fmla="*/ 18288 h 18288"/>
              <a:gd name="connsiteX14" fmla="*/ 7244791 w 7818120"/>
              <a:gd name="connsiteY14" fmla="*/ 18288 h 18288"/>
              <a:gd name="connsiteX15" fmla="*/ 6827825 w 7818120"/>
              <a:gd name="connsiteY15" fmla="*/ 18288 h 18288"/>
              <a:gd name="connsiteX16" fmla="*/ 6176315 w 7818120"/>
              <a:gd name="connsiteY16" fmla="*/ 18288 h 18288"/>
              <a:gd name="connsiteX17" fmla="*/ 5681167 w 7818120"/>
              <a:gd name="connsiteY17" fmla="*/ 18288 h 18288"/>
              <a:gd name="connsiteX18" fmla="*/ 5029657 w 7818120"/>
              <a:gd name="connsiteY18" fmla="*/ 18288 h 18288"/>
              <a:gd name="connsiteX19" fmla="*/ 4378147 w 7818120"/>
              <a:gd name="connsiteY19" fmla="*/ 18288 h 18288"/>
              <a:gd name="connsiteX20" fmla="*/ 3726637 w 7818120"/>
              <a:gd name="connsiteY20" fmla="*/ 18288 h 18288"/>
              <a:gd name="connsiteX21" fmla="*/ 3075127 w 7818120"/>
              <a:gd name="connsiteY21" fmla="*/ 18288 h 18288"/>
              <a:gd name="connsiteX22" fmla="*/ 2501798 w 7818120"/>
              <a:gd name="connsiteY22" fmla="*/ 18288 h 18288"/>
              <a:gd name="connsiteX23" fmla="*/ 1772107 w 7818120"/>
              <a:gd name="connsiteY23" fmla="*/ 18288 h 18288"/>
              <a:gd name="connsiteX24" fmla="*/ 1120597 w 7818120"/>
              <a:gd name="connsiteY24" fmla="*/ 18288 h 18288"/>
              <a:gd name="connsiteX25" fmla="*/ 0 w 7818120"/>
              <a:gd name="connsiteY25" fmla="*/ 18288 h 18288"/>
              <a:gd name="connsiteX26" fmla="*/ 0 w 7818120"/>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818120" h="18288" fill="none" extrusionOk="0">
                <a:moveTo>
                  <a:pt x="0" y="0"/>
                </a:moveTo>
                <a:cubicBezTo>
                  <a:pt x="121520" y="-12182"/>
                  <a:pt x="211324" y="18247"/>
                  <a:pt x="416966" y="0"/>
                </a:cubicBezTo>
                <a:cubicBezTo>
                  <a:pt x="622608" y="-18247"/>
                  <a:pt x="891241" y="-13744"/>
                  <a:pt x="1146658" y="0"/>
                </a:cubicBezTo>
                <a:cubicBezTo>
                  <a:pt x="1402075" y="13744"/>
                  <a:pt x="1378880" y="-8543"/>
                  <a:pt x="1563624" y="0"/>
                </a:cubicBezTo>
                <a:cubicBezTo>
                  <a:pt x="1748368" y="8543"/>
                  <a:pt x="1972300" y="7443"/>
                  <a:pt x="2136953" y="0"/>
                </a:cubicBezTo>
                <a:cubicBezTo>
                  <a:pt x="2301606" y="-7443"/>
                  <a:pt x="2679634" y="12382"/>
                  <a:pt x="2944825" y="0"/>
                </a:cubicBezTo>
                <a:cubicBezTo>
                  <a:pt x="3210016" y="-12382"/>
                  <a:pt x="3409232" y="17967"/>
                  <a:pt x="3596335" y="0"/>
                </a:cubicBezTo>
                <a:cubicBezTo>
                  <a:pt x="3783438" y="-17967"/>
                  <a:pt x="4002523" y="-28578"/>
                  <a:pt x="4326026" y="0"/>
                </a:cubicBezTo>
                <a:cubicBezTo>
                  <a:pt x="4649529" y="28578"/>
                  <a:pt x="4777384" y="-3624"/>
                  <a:pt x="4899355" y="0"/>
                </a:cubicBezTo>
                <a:cubicBezTo>
                  <a:pt x="5021326" y="3624"/>
                  <a:pt x="5317653" y="1281"/>
                  <a:pt x="5550865" y="0"/>
                </a:cubicBezTo>
                <a:cubicBezTo>
                  <a:pt x="5784077" y="-1281"/>
                  <a:pt x="6142956" y="-39637"/>
                  <a:pt x="6358738" y="0"/>
                </a:cubicBezTo>
                <a:cubicBezTo>
                  <a:pt x="6574520" y="39637"/>
                  <a:pt x="6724785" y="-4460"/>
                  <a:pt x="6853885" y="0"/>
                </a:cubicBezTo>
                <a:cubicBezTo>
                  <a:pt x="6982985" y="4460"/>
                  <a:pt x="7403044" y="-1955"/>
                  <a:pt x="7818120" y="0"/>
                </a:cubicBezTo>
                <a:cubicBezTo>
                  <a:pt x="7817988" y="7702"/>
                  <a:pt x="7817908" y="13511"/>
                  <a:pt x="7818120" y="18288"/>
                </a:cubicBezTo>
                <a:cubicBezTo>
                  <a:pt x="7698847" y="-3267"/>
                  <a:pt x="7390924" y="22979"/>
                  <a:pt x="7244791" y="18288"/>
                </a:cubicBezTo>
                <a:cubicBezTo>
                  <a:pt x="7098658" y="13597"/>
                  <a:pt x="6952735" y="29357"/>
                  <a:pt x="6827825" y="18288"/>
                </a:cubicBezTo>
                <a:cubicBezTo>
                  <a:pt x="6702915" y="7219"/>
                  <a:pt x="6338661" y="34530"/>
                  <a:pt x="6176315" y="18288"/>
                </a:cubicBezTo>
                <a:cubicBezTo>
                  <a:pt x="6013969" y="2047"/>
                  <a:pt x="5850602" y="6362"/>
                  <a:pt x="5681167" y="18288"/>
                </a:cubicBezTo>
                <a:cubicBezTo>
                  <a:pt x="5511732" y="30214"/>
                  <a:pt x="5312143" y="419"/>
                  <a:pt x="5029657" y="18288"/>
                </a:cubicBezTo>
                <a:cubicBezTo>
                  <a:pt x="4747171" y="36158"/>
                  <a:pt x="4655062" y="30740"/>
                  <a:pt x="4378147" y="18288"/>
                </a:cubicBezTo>
                <a:cubicBezTo>
                  <a:pt x="4101232" y="5837"/>
                  <a:pt x="4037646" y="44706"/>
                  <a:pt x="3726637" y="18288"/>
                </a:cubicBezTo>
                <a:cubicBezTo>
                  <a:pt x="3415628" y="-8130"/>
                  <a:pt x="3321756" y="45507"/>
                  <a:pt x="3075127" y="18288"/>
                </a:cubicBezTo>
                <a:cubicBezTo>
                  <a:pt x="2828498" y="-8931"/>
                  <a:pt x="2684733" y="14853"/>
                  <a:pt x="2501798" y="18288"/>
                </a:cubicBezTo>
                <a:cubicBezTo>
                  <a:pt x="2318863" y="21723"/>
                  <a:pt x="2121844" y="-13013"/>
                  <a:pt x="1772107" y="18288"/>
                </a:cubicBezTo>
                <a:cubicBezTo>
                  <a:pt x="1422370" y="49589"/>
                  <a:pt x="1431548" y="31666"/>
                  <a:pt x="1120597" y="18288"/>
                </a:cubicBezTo>
                <a:cubicBezTo>
                  <a:pt x="809646" y="4911"/>
                  <a:pt x="246393" y="56240"/>
                  <a:pt x="0" y="18288"/>
                </a:cubicBezTo>
                <a:cubicBezTo>
                  <a:pt x="129" y="13298"/>
                  <a:pt x="-675" y="6857"/>
                  <a:pt x="0" y="0"/>
                </a:cubicBezTo>
                <a:close/>
              </a:path>
              <a:path w="7818120" h="18288" stroke="0" extrusionOk="0">
                <a:moveTo>
                  <a:pt x="0" y="0"/>
                </a:moveTo>
                <a:cubicBezTo>
                  <a:pt x="177487" y="-4302"/>
                  <a:pt x="287499" y="4997"/>
                  <a:pt x="573329" y="0"/>
                </a:cubicBezTo>
                <a:cubicBezTo>
                  <a:pt x="859159" y="-4997"/>
                  <a:pt x="821965" y="-336"/>
                  <a:pt x="990295" y="0"/>
                </a:cubicBezTo>
                <a:cubicBezTo>
                  <a:pt x="1158625" y="336"/>
                  <a:pt x="1587918" y="-4681"/>
                  <a:pt x="1798168" y="0"/>
                </a:cubicBezTo>
                <a:cubicBezTo>
                  <a:pt x="2008418" y="4681"/>
                  <a:pt x="2088841" y="-2754"/>
                  <a:pt x="2371496" y="0"/>
                </a:cubicBezTo>
                <a:cubicBezTo>
                  <a:pt x="2654151" y="2754"/>
                  <a:pt x="2701462" y="-24976"/>
                  <a:pt x="2944825" y="0"/>
                </a:cubicBezTo>
                <a:cubicBezTo>
                  <a:pt x="3188188" y="24976"/>
                  <a:pt x="3511636" y="25407"/>
                  <a:pt x="3752698" y="0"/>
                </a:cubicBezTo>
                <a:cubicBezTo>
                  <a:pt x="3993760" y="-25407"/>
                  <a:pt x="4107153" y="6432"/>
                  <a:pt x="4247845" y="0"/>
                </a:cubicBezTo>
                <a:cubicBezTo>
                  <a:pt x="4388537" y="-6432"/>
                  <a:pt x="4835598" y="-5108"/>
                  <a:pt x="5055718" y="0"/>
                </a:cubicBezTo>
                <a:cubicBezTo>
                  <a:pt x="5275838" y="5108"/>
                  <a:pt x="5461006" y="-24536"/>
                  <a:pt x="5863590" y="0"/>
                </a:cubicBezTo>
                <a:cubicBezTo>
                  <a:pt x="6266174" y="24536"/>
                  <a:pt x="6355549" y="-19657"/>
                  <a:pt x="6515100" y="0"/>
                </a:cubicBezTo>
                <a:cubicBezTo>
                  <a:pt x="6674651" y="19657"/>
                  <a:pt x="7275423" y="-57462"/>
                  <a:pt x="7818120" y="0"/>
                </a:cubicBezTo>
                <a:cubicBezTo>
                  <a:pt x="7818132" y="8833"/>
                  <a:pt x="7818660" y="9830"/>
                  <a:pt x="7818120" y="18288"/>
                </a:cubicBezTo>
                <a:cubicBezTo>
                  <a:pt x="7610240" y="4606"/>
                  <a:pt x="7521789" y="7721"/>
                  <a:pt x="7401154" y="18288"/>
                </a:cubicBezTo>
                <a:cubicBezTo>
                  <a:pt x="7280519" y="28855"/>
                  <a:pt x="6930719" y="4225"/>
                  <a:pt x="6593281" y="18288"/>
                </a:cubicBezTo>
                <a:cubicBezTo>
                  <a:pt x="6255843" y="32351"/>
                  <a:pt x="6286682" y="1162"/>
                  <a:pt x="6098134" y="18288"/>
                </a:cubicBezTo>
                <a:cubicBezTo>
                  <a:pt x="5909586" y="35414"/>
                  <a:pt x="5602789" y="48596"/>
                  <a:pt x="5446624" y="18288"/>
                </a:cubicBezTo>
                <a:cubicBezTo>
                  <a:pt x="5290459" y="-12020"/>
                  <a:pt x="4917039" y="21960"/>
                  <a:pt x="4638751" y="18288"/>
                </a:cubicBezTo>
                <a:cubicBezTo>
                  <a:pt x="4360463" y="14616"/>
                  <a:pt x="4304690" y="5450"/>
                  <a:pt x="3987241" y="18288"/>
                </a:cubicBezTo>
                <a:cubicBezTo>
                  <a:pt x="3669792" y="31127"/>
                  <a:pt x="3758742" y="32551"/>
                  <a:pt x="3570275" y="18288"/>
                </a:cubicBezTo>
                <a:cubicBezTo>
                  <a:pt x="3381808" y="4025"/>
                  <a:pt x="3267153" y="36200"/>
                  <a:pt x="3075127" y="18288"/>
                </a:cubicBezTo>
                <a:cubicBezTo>
                  <a:pt x="2883101" y="376"/>
                  <a:pt x="2665825" y="10973"/>
                  <a:pt x="2267255" y="18288"/>
                </a:cubicBezTo>
                <a:cubicBezTo>
                  <a:pt x="1868685" y="25603"/>
                  <a:pt x="1884698" y="28410"/>
                  <a:pt x="1615745" y="18288"/>
                </a:cubicBezTo>
                <a:cubicBezTo>
                  <a:pt x="1346792" y="8167"/>
                  <a:pt x="1320952" y="10430"/>
                  <a:pt x="1120597" y="18288"/>
                </a:cubicBezTo>
                <a:cubicBezTo>
                  <a:pt x="920242" y="26146"/>
                  <a:pt x="556507" y="50790"/>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Content Placeholder 2">
            <a:extLst>
              <a:ext uri="{FF2B5EF4-FFF2-40B4-BE49-F238E27FC236}">
                <a16:creationId xmlns:a16="http://schemas.microsoft.com/office/drawing/2014/main" id="{37C2AC3B-105B-7D1F-29B2-7D1442FDA14D}"/>
              </a:ext>
            </a:extLst>
          </p:cNvPr>
          <p:cNvGraphicFramePr>
            <a:graphicFrameLocks noGrp="1"/>
          </p:cNvGraphicFramePr>
          <p:nvPr>
            <p:ph idx="1"/>
            <p:extLst>
              <p:ext uri="{D42A27DB-BD31-4B8C-83A1-F6EECF244321}">
                <p14:modId xmlns:p14="http://schemas.microsoft.com/office/powerpoint/2010/main" val="4279396156"/>
              </p:ext>
            </p:extLst>
          </p:nvPr>
        </p:nvGraphicFramePr>
        <p:xfrm>
          <a:off x="628650" y="2228087"/>
          <a:ext cx="78867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548640"/>
            <a:ext cx="2700645" cy="5431536"/>
          </a:xfrm>
        </p:spPr>
        <p:txBody>
          <a:bodyPr>
            <a:normAutofit/>
          </a:bodyPr>
          <a:lstStyle/>
          <a:p>
            <a:r>
              <a:rPr lang="en-US" dirty="0">
                <a:latin typeface="Times New Roman" panose="02020603050405020304" pitchFamily="18" charset="0"/>
                <a:cs typeface="Times New Roman" panose="02020603050405020304" pitchFamily="18" charset="0"/>
              </a:rPr>
              <a:t>Project Abstract</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347917" y="3261001"/>
            <a:ext cx="4480560" cy="13716"/>
          </a:xfrm>
          <a:custGeom>
            <a:avLst/>
            <a:gdLst>
              <a:gd name="connsiteX0" fmla="*/ 0 w 4480560"/>
              <a:gd name="connsiteY0" fmla="*/ 0 h 13716"/>
              <a:gd name="connsiteX1" fmla="*/ 595274 w 4480560"/>
              <a:gd name="connsiteY1" fmla="*/ 0 h 13716"/>
              <a:gd name="connsiteX2" fmla="*/ 1100938 w 4480560"/>
              <a:gd name="connsiteY2" fmla="*/ 0 h 13716"/>
              <a:gd name="connsiteX3" fmla="*/ 1651406 w 4480560"/>
              <a:gd name="connsiteY3" fmla="*/ 0 h 13716"/>
              <a:gd name="connsiteX4" fmla="*/ 2336292 w 4480560"/>
              <a:gd name="connsiteY4" fmla="*/ 0 h 13716"/>
              <a:gd name="connsiteX5" fmla="*/ 2931566 w 4480560"/>
              <a:gd name="connsiteY5" fmla="*/ 0 h 13716"/>
              <a:gd name="connsiteX6" fmla="*/ 3482035 w 4480560"/>
              <a:gd name="connsiteY6" fmla="*/ 0 h 13716"/>
              <a:gd name="connsiteX7" fmla="*/ 4480560 w 4480560"/>
              <a:gd name="connsiteY7" fmla="*/ 0 h 13716"/>
              <a:gd name="connsiteX8" fmla="*/ 4480560 w 4480560"/>
              <a:gd name="connsiteY8" fmla="*/ 13716 h 13716"/>
              <a:gd name="connsiteX9" fmla="*/ 3840480 w 4480560"/>
              <a:gd name="connsiteY9" fmla="*/ 13716 h 13716"/>
              <a:gd name="connsiteX10" fmla="*/ 3290011 w 4480560"/>
              <a:gd name="connsiteY10" fmla="*/ 13716 h 13716"/>
              <a:gd name="connsiteX11" fmla="*/ 2560320 w 4480560"/>
              <a:gd name="connsiteY11" fmla="*/ 13716 h 13716"/>
              <a:gd name="connsiteX12" fmla="*/ 1965046 w 4480560"/>
              <a:gd name="connsiteY12" fmla="*/ 13716 h 13716"/>
              <a:gd name="connsiteX13" fmla="*/ 1459382 w 4480560"/>
              <a:gd name="connsiteY13" fmla="*/ 13716 h 13716"/>
              <a:gd name="connsiteX14" fmla="*/ 774497 w 4480560"/>
              <a:gd name="connsiteY14" fmla="*/ 13716 h 13716"/>
              <a:gd name="connsiteX15" fmla="*/ 0 w 4480560"/>
              <a:gd name="connsiteY15" fmla="*/ 13716 h 13716"/>
              <a:gd name="connsiteX16" fmla="*/ 0 w 4480560"/>
              <a:gd name="connsiteY16"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3716"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273" y="3379"/>
                  <a:pt x="4480768" y="9289"/>
                  <a:pt x="4480560" y="13716"/>
                </a:cubicBezTo>
                <a:cubicBezTo>
                  <a:pt x="4314132" y="10352"/>
                  <a:pt x="4028383" y="32060"/>
                  <a:pt x="3840480" y="13716"/>
                </a:cubicBezTo>
                <a:cubicBezTo>
                  <a:pt x="3652577" y="-4628"/>
                  <a:pt x="3547615" y="-1724"/>
                  <a:pt x="3290011" y="13716"/>
                </a:cubicBezTo>
                <a:cubicBezTo>
                  <a:pt x="3032407" y="29156"/>
                  <a:pt x="2830268" y="4147"/>
                  <a:pt x="2560320" y="13716"/>
                </a:cubicBezTo>
                <a:cubicBezTo>
                  <a:pt x="2290372" y="23285"/>
                  <a:pt x="2147422" y="2156"/>
                  <a:pt x="1965046" y="13716"/>
                </a:cubicBezTo>
                <a:cubicBezTo>
                  <a:pt x="1782670" y="25276"/>
                  <a:pt x="1689791" y="36108"/>
                  <a:pt x="1459382" y="13716"/>
                </a:cubicBezTo>
                <a:cubicBezTo>
                  <a:pt x="1228973" y="-8676"/>
                  <a:pt x="915486" y="31929"/>
                  <a:pt x="774497" y="13716"/>
                </a:cubicBezTo>
                <a:cubicBezTo>
                  <a:pt x="633508" y="-4497"/>
                  <a:pt x="361442" y="-15679"/>
                  <a:pt x="0" y="13716"/>
                </a:cubicBezTo>
                <a:cubicBezTo>
                  <a:pt x="-362" y="8190"/>
                  <a:pt x="-434" y="6098"/>
                  <a:pt x="0" y="0"/>
                </a:cubicBezTo>
                <a:close/>
              </a:path>
              <a:path w="4480560" h="13716"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0360" y="3832"/>
                  <a:pt x="4481152" y="9314"/>
                  <a:pt x="4480560" y="13716"/>
                </a:cubicBezTo>
                <a:cubicBezTo>
                  <a:pt x="4279652" y="-11422"/>
                  <a:pt x="4200762" y="36994"/>
                  <a:pt x="3930091" y="13716"/>
                </a:cubicBezTo>
                <a:cubicBezTo>
                  <a:pt x="3659420" y="-9562"/>
                  <a:pt x="3456052" y="17722"/>
                  <a:pt x="3290011" y="13716"/>
                </a:cubicBezTo>
                <a:cubicBezTo>
                  <a:pt x="3123970" y="9710"/>
                  <a:pt x="2882392" y="28246"/>
                  <a:pt x="2649931" y="13716"/>
                </a:cubicBezTo>
                <a:cubicBezTo>
                  <a:pt x="2417470" y="-814"/>
                  <a:pt x="2238426" y="2765"/>
                  <a:pt x="2054657" y="13716"/>
                </a:cubicBezTo>
                <a:cubicBezTo>
                  <a:pt x="1870888" y="24667"/>
                  <a:pt x="1566368" y="40468"/>
                  <a:pt x="1324966" y="13716"/>
                </a:cubicBezTo>
                <a:cubicBezTo>
                  <a:pt x="1083564" y="-13036"/>
                  <a:pt x="787410" y="6374"/>
                  <a:pt x="595274" y="13716"/>
                </a:cubicBezTo>
                <a:cubicBezTo>
                  <a:pt x="403138" y="21058"/>
                  <a:pt x="169622" y="5927"/>
                  <a:pt x="0" y="13716"/>
                </a:cubicBezTo>
                <a:cubicBezTo>
                  <a:pt x="-475" y="8699"/>
                  <a:pt x="-565" y="4408"/>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844813" y="552091"/>
            <a:ext cx="4668251" cy="5431536"/>
          </a:xfrm>
        </p:spPr>
        <p:txBody>
          <a:bodyPr anchor="ctr">
            <a:normAutofit/>
          </a:bodyPr>
          <a:lstStyle/>
          <a:p>
            <a:pPr marL="400050" lvl="1" indent="0">
              <a:buNone/>
            </a:pPr>
            <a:r>
              <a:rPr lang="en-US" sz="1900" dirty="0">
                <a:latin typeface="Times New Roman" panose="02020603050405020304" pitchFamily="18" charset="0"/>
                <a:cs typeface="Times New Roman" panose="02020603050405020304" pitchFamily="18" charset="0"/>
              </a:rPr>
              <a:t>The Smart Travel Agent simplifies trip planning using AI. Users enter travel preferences, and the system generates optimized itineraries including flights, hotels, and activities. It uses NLP to interpret input, integrates with booking APIs, and applies AI for recommendations and budget optimization.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D13CC36-B950-4F02-9BAF-9A7EB2673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1BDED99-B35B-4FEE-A274-8E8DB6FEEE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68547"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Miniature airplane">
            <a:extLst>
              <a:ext uri="{FF2B5EF4-FFF2-40B4-BE49-F238E27FC236}">
                <a16:creationId xmlns:a16="http://schemas.microsoft.com/office/drawing/2014/main" id="{E750DF63-F1A0-918E-FA83-32B4DC45797C}"/>
              </a:ext>
            </a:extLst>
          </p:cNvPr>
          <p:cNvPicPr>
            <a:picLocks noChangeAspect="1"/>
          </p:cNvPicPr>
          <p:nvPr/>
        </p:nvPicPr>
        <p:blipFill>
          <a:blip r:embed="rId2"/>
          <a:srcRect l="37679" r="31487" b="-1"/>
          <a:stretch>
            <a:fillRect/>
          </a:stretch>
        </p:blipFill>
        <p:spPr>
          <a:xfrm>
            <a:off x="5976166" y="10"/>
            <a:ext cx="3167834" cy="6857990"/>
          </a:xfrm>
          <a:custGeom>
            <a:avLst/>
            <a:gdLst/>
            <a:ahLst/>
            <a:cxnLst/>
            <a:rect l="l" t="t" r="r" b="b"/>
            <a:pathLst>
              <a:path w="4223778" h="6865951">
                <a:moveTo>
                  <a:pt x="478794" y="0"/>
                </a:moveTo>
                <a:lnTo>
                  <a:pt x="4223778" y="0"/>
                </a:lnTo>
                <a:lnTo>
                  <a:pt x="4223778" y="6865951"/>
                </a:lnTo>
                <a:lnTo>
                  <a:pt x="52221" y="6865951"/>
                </a:lnTo>
                <a:lnTo>
                  <a:pt x="49989" y="6844695"/>
                </a:lnTo>
                <a:cubicBezTo>
                  <a:pt x="46440" y="6810509"/>
                  <a:pt x="42891" y="6776323"/>
                  <a:pt x="41304" y="6765443"/>
                </a:cubicBezTo>
                <a:cubicBezTo>
                  <a:pt x="35681" y="6732842"/>
                  <a:pt x="13533" y="6716945"/>
                  <a:pt x="11182" y="6694817"/>
                </a:cubicBezTo>
                <a:cubicBezTo>
                  <a:pt x="16764" y="6697663"/>
                  <a:pt x="14835" y="6635151"/>
                  <a:pt x="10913" y="6627127"/>
                </a:cubicBezTo>
                <a:cubicBezTo>
                  <a:pt x="19564" y="6579282"/>
                  <a:pt x="-12861" y="6585665"/>
                  <a:pt x="5999" y="6527525"/>
                </a:cubicBezTo>
                <a:cubicBezTo>
                  <a:pt x="12287" y="6468687"/>
                  <a:pt x="19003" y="6409739"/>
                  <a:pt x="7685" y="6346547"/>
                </a:cubicBezTo>
                <a:cubicBezTo>
                  <a:pt x="31149" y="6240430"/>
                  <a:pt x="5895" y="6134229"/>
                  <a:pt x="12535" y="6084924"/>
                </a:cubicBezTo>
                <a:cubicBezTo>
                  <a:pt x="14696" y="6024961"/>
                  <a:pt x="53867" y="6020785"/>
                  <a:pt x="45320" y="5989742"/>
                </a:cubicBezTo>
                <a:cubicBezTo>
                  <a:pt x="41264" y="5940899"/>
                  <a:pt x="43258" y="5932095"/>
                  <a:pt x="40418" y="5889597"/>
                </a:cubicBezTo>
                <a:cubicBezTo>
                  <a:pt x="20860" y="5848611"/>
                  <a:pt x="51187" y="5792775"/>
                  <a:pt x="49796" y="5755774"/>
                </a:cubicBezTo>
                <a:cubicBezTo>
                  <a:pt x="43522" y="5734342"/>
                  <a:pt x="37368" y="5692606"/>
                  <a:pt x="49956" y="5684909"/>
                </a:cubicBezTo>
                <a:cubicBezTo>
                  <a:pt x="52825" y="5660429"/>
                  <a:pt x="62553" y="5623499"/>
                  <a:pt x="67011" y="5608897"/>
                </a:cubicBezTo>
                <a:lnTo>
                  <a:pt x="76701" y="5597290"/>
                </a:lnTo>
                <a:cubicBezTo>
                  <a:pt x="87717" y="5587442"/>
                  <a:pt x="82431" y="5550877"/>
                  <a:pt x="89120" y="5529641"/>
                </a:cubicBezTo>
                <a:cubicBezTo>
                  <a:pt x="69291" y="5496375"/>
                  <a:pt x="118554" y="5526326"/>
                  <a:pt x="94330" y="5470852"/>
                </a:cubicBezTo>
                <a:cubicBezTo>
                  <a:pt x="95483" y="5449506"/>
                  <a:pt x="114690" y="5429653"/>
                  <a:pt x="116139" y="5390946"/>
                </a:cubicBezTo>
                <a:cubicBezTo>
                  <a:pt x="127589" y="5337323"/>
                  <a:pt x="132794" y="5338384"/>
                  <a:pt x="135560" y="5284344"/>
                </a:cubicBezTo>
                <a:cubicBezTo>
                  <a:pt x="143629" y="5226223"/>
                  <a:pt x="148113" y="5192743"/>
                  <a:pt x="158141" y="5143920"/>
                </a:cubicBezTo>
                <a:cubicBezTo>
                  <a:pt x="170128" y="5118849"/>
                  <a:pt x="159838" y="5102006"/>
                  <a:pt x="174950" y="5088188"/>
                </a:cubicBezTo>
                <a:cubicBezTo>
                  <a:pt x="197620" y="5107654"/>
                  <a:pt x="181875" y="4983257"/>
                  <a:pt x="203603" y="5010764"/>
                </a:cubicBezTo>
                <a:lnTo>
                  <a:pt x="258582" y="4919969"/>
                </a:lnTo>
                <a:cubicBezTo>
                  <a:pt x="238838" y="4883087"/>
                  <a:pt x="271098" y="4853332"/>
                  <a:pt x="287910" y="4849612"/>
                </a:cubicBezTo>
                <a:cubicBezTo>
                  <a:pt x="294156" y="4811643"/>
                  <a:pt x="286101" y="4834074"/>
                  <a:pt x="305439" y="4799017"/>
                </a:cubicBezTo>
                <a:cubicBezTo>
                  <a:pt x="322572" y="4758926"/>
                  <a:pt x="352642" y="4705848"/>
                  <a:pt x="373456" y="4667754"/>
                </a:cubicBezTo>
                <a:cubicBezTo>
                  <a:pt x="384080" y="4649919"/>
                  <a:pt x="401158" y="4670663"/>
                  <a:pt x="407944" y="4574050"/>
                </a:cubicBezTo>
                <a:cubicBezTo>
                  <a:pt x="408098" y="4548109"/>
                  <a:pt x="427782" y="4503327"/>
                  <a:pt x="425133" y="4462469"/>
                </a:cubicBezTo>
                <a:lnTo>
                  <a:pt x="433890" y="4364681"/>
                </a:lnTo>
                <a:cubicBezTo>
                  <a:pt x="430018" y="4339230"/>
                  <a:pt x="435361" y="4287915"/>
                  <a:pt x="440691" y="4222147"/>
                </a:cubicBezTo>
                <a:cubicBezTo>
                  <a:pt x="451463" y="4164562"/>
                  <a:pt x="497377" y="4067298"/>
                  <a:pt x="503057" y="3977136"/>
                </a:cubicBezTo>
                <a:cubicBezTo>
                  <a:pt x="519229" y="3939837"/>
                  <a:pt x="472839" y="3875689"/>
                  <a:pt x="507582" y="3776020"/>
                </a:cubicBezTo>
                <a:cubicBezTo>
                  <a:pt x="497716" y="3757477"/>
                  <a:pt x="518006" y="3707185"/>
                  <a:pt x="521577" y="3692206"/>
                </a:cubicBezTo>
                <a:cubicBezTo>
                  <a:pt x="525148" y="3677227"/>
                  <a:pt x="526352" y="3687655"/>
                  <a:pt x="529009" y="3686147"/>
                </a:cubicBezTo>
                <a:cubicBezTo>
                  <a:pt x="531848" y="3650325"/>
                  <a:pt x="545504" y="3563351"/>
                  <a:pt x="551870" y="3514534"/>
                </a:cubicBezTo>
                <a:cubicBezTo>
                  <a:pt x="561331" y="3487751"/>
                  <a:pt x="581973" y="3426419"/>
                  <a:pt x="567205" y="3393248"/>
                </a:cubicBezTo>
                <a:cubicBezTo>
                  <a:pt x="585208" y="3400657"/>
                  <a:pt x="563566" y="3353906"/>
                  <a:pt x="579630" y="3344723"/>
                </a:cubicBezTo>
                <a:cubicBezTo>
                  <a:pt x="592861" y="3339338"/>
                  <a:pt x="589379" y="3323900"/>
                  <a:pt x="592672" y="3310978"/>
                </a:cubicBezTo>
                <a:cubicBezTo>
                  <a:pt x="605351" y="3299735"/>
                  <a:pt x="594296" y="3237176"/>
                  <a:pt x="589270" y="3216655"/>
                </a:cubicBezTo>
                <a:cubicBezTo>
                  <a:pt x="566909" y="3160431"/>
                  <a:pt x="626099" y="3142203"/>
                  <a:pt x="609663" y="3096973"/>
                </a:cubicBezTo>
                <a:cubicBezTo>
                  <a:pt x="609191" y="3084373"/>
                  <a:pt x="615889" y="3033331"/>
                  <a:pt x="618886" y="3023628"/>
                </a:cubicBezTo>
                <a:lnTo>
                  <a:pt x="630425" y="2998646"/>
                </a:lnTo>
                <a:lnTo>
                  <a:pt x="640017" y="2995914"/>
                </a:lnTo>
                <a:lnTo>
                  <a:pt x="643600" y="2978244"/>
                </a:lnTo>
                <a:lnTo>
                  <a:pt x="659520" y="2950805"/>
                </a:lnTo>
                <a:cubicBezTo>
                  <a:pt x="620152" y="2937671"/>
                  <a:pt x="687598" y="2860550"/>
                  <a:pt x="650890" y="2864933"/>
                </a:cubicBezTo>
                <a:cubicBezTo>
                  <a:pt x="663707" y="2817056"/>
                  <a:pt x="662078" y="2779813"/>
                  <a:pt x="640210" y="2741864"/>
                </a:cubicBezTo>
                <a:cubicBezTo>
                  <a:pt x="634452" y="2649732"/>
                  <a:pt x="665268" y="2597914"/>
                  <a:pt x="639387" y="2510931"/>
                </a:cubicBezTo>
                <a:cubicBezTo>
                  <a:pt x="645574" y="2407642"/>
                  <a:pt x="671719" y="2317589"/>
                  <a:pt x="680438" y="2227415"/>
                </a:cubicBezTo>
                <a:cubicBezTo>
                  <a:pt x="664175" y="2189847"/>
                  <a:pt x="704423" y="2141655"/>
                  <a:pt x="688135" y="2054289"/>
                </a:cubicBezTo>
                <a:cubicBezTo>
                  <a:pt x="683239" y="2048201"/>
                  <a:pt x="684029" y="1979567"/>
                  <a:pt x="681480" y="1972202"/>
                </a:cubicBezTo>
                <a:lnTo>
                  <a:pt x="686247" y="1917474"/>
                </a:lnTo>
                <a:lnTo>
                  <a:pt x="679783" y="1862721"/>
                </a:lnTo>
                <a:cubicBezTo>
                  <a:pt x="683677" y="1851209"/>
                  <a:pt x="688980" y="1824057"/>
                  <a:pt x="686639" y="1818227"/>
                </a:cubicBezTo>
                <a:lnTo>
                  <a:pt x="658235" y="1742488"/>
                </a:lnTo>
                <a:cubicBezTo>
                  <a:pt x="645662" y="1715201"/>
                  <a:pt x="661423" y="1719638"/>
                  <a:pt x="636990" y="1638389"/>
                </a:cubicBezTo>
                <a:cubicBezTo>
                  <a:pt x="626351" y="1601441"/>
                  <a:pt x="629414" y="1617134"/>
                  <a:pt x="602059" y="1570807"/>
                </a:cubicBezTo>
                <a:lnTo>
                  <a:pt x="570903" y="1513173"/>
                </a:lnTo>
                <a:cubicBezTo>
                  <a:pt x="570781" y="1503175"/>
                  <a:pt x="550561" y="1468055"/>
                  <a:pt x="550438" y="1458058"/>
                </a:cubicBezTo>
                <a:cubicBezTo>
                  <a:pt x="556848" y="1428101"/>
                  <a:pt x="546263" y="1422712"/>
                  <a:pt x="531416" y="1385478"/>
                </a:cubicBezTo>
                <a:cubicBezTo>
                  <a:pt x="527790" y="1370753"/>
                  <a:pt x="490725" y="1304050"/>
                  <a:pt x="501981" y="1265452"/>
                </a:cubicBezTo>
                <a:cubicBezTo>
                  <a:pt x="501825" y="1234781"/>
                  <a:pt x="490462" y="1187660"/>
                  <a:pt x="487370" y="1141743"/>
                </a:cubicBezTo>
                <a:cubicBezTo>
                  <a:pt x="484278" y="1095826"/>
                  <a:pt x="483852" y="1028118"/>
                  <a:pt x="483427" y="989948"/>
                </a:cubicBezTo>
                <a:cubicBezTo>
                  <a:pt x="483001" y="951779"/>
                  <a:pt x="494678" y="945984"/>
                  <a:pt x="484820" y="912725"/>
                </a:cubicBezTo>
                <a:cubicBezTo>
                  <a:pt x="467566" y="854951"/>
                  <a:pt x="510777" y="860797"/>
                  <a:pt x="475093" y="812798"/>
                </a:cubicBezTo>
                <a:cubicBezTo>
                  <a:pt x="461960" y="787034"/>
                  <a:pt x="498505" y="551948"/>
                  <a:pt x="461972" y="450605"/>
                </a:cubicBezTo>
                <a:cubicBezTo>
                  <a:pt x="470167" y="357604"/>
                  <a:pt x="458694" y="431306"/>
                  <a:pt x="465015" y="372906"/>
                </a:cubicBezTo>
                <a:cubicBezTo>
                  <a:pt x="503427" y="364177"/>
                  <a:pt x="489736" y="290341"/>
                  <a:pt x="490377" y="246134"/>
                </a:cubicBezTo>
                <a:cubicBezTo>
                  <a:pt x="491019" y="201927"/>
                  <a:pt x="449725" y="138160"/>
                  <a:pt x="468864" y="107666"/>
                </a:cubicBezTo>
                <a:cubicBezTo>
                  <a:pt x="468282" y="89794"/>
                  <a:pt x="477749" y="76947"/>
                  <a:pt x="477167" y="59075"/>
                </a:cubicBezTo>
                <a:lnTo>
                  <a:pt x="472992" y="14560"/>
                </a:lnTo>
                <a:close/>
              </a:path>
            </a:pathLst>
          </a:custGeom>
        </p:spPr>
      </p:pic>
      <p:sp>
        <p:nvSpPr>
          <p:cNvPr id="2" name="Title 1"/>
          <p:cNvSpPr>
            <a:spLocks noGrp="1"/>
          </p:cNvSpPr>
          <p:nvPr>
            <p:ph type="title"/>
          </p:nvPr>
        </p:nvSpPr>
        <p:spPr>
          <a:xfrm>
            <a:off x="401935" y="472274"/>
            <a:ext cx="5574232" cy="1155559"/>
          </a:xfrm>
        </p:spPr>
        <p:txBody>
          <a:bodyPr>
            <a:normAutofit/>
          </a:bodyPr>
          <a:lstStyle/>
          <a:p>
            <a:r>
              <a:rPr lang="en-US" dirty="0">
                <a:latin typeface="Times New Roman" panose="02020603050405020304" pitchFamily="18" charset="0"/>
                <a:cs typeface="Times New Roman" panose="02020603050405020304" pitchFamily="18" charset="0"/>
              </a:rPr>
              <a:t>User Stories </a:t>
            </a:r>
          </a:p>
        </p:txBody>
      </p:sp>
      <p:sp>
        <p:nvSpPr>
          <p:cNvPr id="3" name="Content Placeholder 2"/>
          <p:cNvSpPr>
            <a:spLocks noGrp="1"/>
          </p:cNvSpPr>
          <p:nvPr>
            <p:ph idx="1"/>
          </p:nvPr>
        </p:nvSpPr>
        <p:spPr>
          <a:xfrm>
            <a:off x="401934" y="1788607"/>
            <a:ext cx="5574232" cy="5069391"/>
          </a:xfrm>
        </p:spPr>
        <p:txBody>
          <a:bodyPr>
            <a:normAutofit/>
          </a:bodyPr>
          <a:lstStyle/>
          <a:p>
            <a:pPr>
              <a:lnSpc>
                <a:spcPct val="90000"/>
              </a:lnSpc>
            </a:pPr>
            <a:r>
              <a:rPr lang="en-US" sz="1900" dirty="0">
                <a:latin typeface="Times New Roman" panose="02020603050405020304" pitchFamily="18" charset="0"/>
                <a:cs typeface="Times New Roman" panose="02020603050405020304" pitchFamily="18" charset="0"/>
              </a:rPr>
              <a:t>As a traveler, I want to enter my budget and travel dates so that I can receive vacation options that fit my financial and time constraints. </a:t>
            </a:r>
          </a:p>
          <a:p>
            <a:pPr>
              <a:lnSpc>
                <a:spcPct val="90000"/>
              </a:lnSpc>
            </a:pPr>
            <a:r>
              <a:rPr lang="en-US" sz="1900" dirty="0">
                <a:latin typeface="Times New Roman" panose="02020603050405020304" pitchFamily="18" charset="0"/>
                <a:cs typeface="Times New Roman" panose="02020603050405020304" pitchFamily="18" charset="0"/>
              </a:rPr>
              <a:t>As a vacation planner, I want to compare flights, hotels, and activities so that I can book the best possible itinerary within my preferences. </a:t>
            </a:r>
          </a:p>
          <a:p>
            <a:pPr>
              <a:lnSpc>
                <a:spcPct val="90000"/>
              </a:lnSpc>
            </a:pPr>
            <a:r>
              <a:rPr lang="en-US" sz="1900" dirty="0">
                <a:latin typeface="Times New Roman" panose="02020603050405020304" pitchFamily="18" charset="0"/>
                <a:cs typeface="Times New Roman" panose="02020603050405020304" pitchFamily="18" charset="0"/>
              </a:rPr>
              <a:t>As a frequent flyer, I want to save my favorite destinations so that I can quickly access and plan repeat trips in the future. </a:t>
            </a:r>
          </a:p>
          <a:p>
            <a:pPr>
              <a:lnSpc>
                <a:spcPct val="90000"/>
              </a:lnSpc>
            </a:pPr>
            <a:r>
              <a:rPr lang="en-US" sz="1900" dirty="0">
                <a:latin typeface="Times New Roman" panose="02020603050405020304" pitchFamily="18" charset="0"/>
                <a:cs typeface="Times New Roman" panose="02020603050405020304" pitchFamily="18" charset="0"/>
              </a:rPr>
              <a:t>As a first-time user, I want to receive personalized recommendations based on my interests so that I can explore destinations suited to my lifestyle. </a:t>
            </a:r>
          </a:p>
          <a:p>
            <a:pPr>
              <a:lnSpc>
                <a:spcPct val="90000"/>
              </a:lnSpc>
            </a:pPr>
            <a:r>
              <a:rPr lang="en-US" sz="1900" dirty="0">
                <a:latin typeface="Times New Roman" panose="02020603050405020304" pitchFamily="18" charset="0"/>
                <a:cs typeface="Times New Roman" panose="02020603050405020304" pitchFamily="18" charset="0"/>
              </a:rPr>
              <a:t>As a busy professional, I want the system to automatically generate and book a full itinerary so that I can save time and avoid the stress of manual planning.</a:t>
            </a:r>
          </a:p>
          <a:p>
            <a:pPr>
              <a:lnSpc>
                <a:spcPct val="90000"/>
              </a:lnSpc>
            </a:pP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B89222-E8A4-172D-E10E-AD0830BEC4A2}"/>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01CCC0-A54C-F98B-EAF0-0F9CD44497C3}"/>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dirty="0">
                <a:solidFill>
                  <a:schemeClr val="bg1"/>
                </a:solidFill>
                <a:latin typeface="+mj-lt"/>
                <a:ea typeface="+mj-ea"/>
                <a:cs typeface="+mj-cs"/>
              </a:rPr>
              <a:t>Design Diagrams </a:t>
            </a:r>
          </a:p>
        </p:txBody>
      </p:sp>
      <p:pic>
        <p:nvPicPr>
          <p:cNvPr id="5" name="Content Placeholder 4" descr="A yellow rectangular sign with black text&#10;&#10;AI-generated content may be incorrect.">
            <a:extLst>
              <a:ext uri="{FF2B5EF4-FFF2-40B4-BE49-F238E27FC236}">
                <a16:creationId xmlns:a16="http://schemas.microsoft.com/office/drawing/2014/main" id="{0A5E14FE-8CDD-CEBC-8045-297037AF26C4}"/>
              </a:ext>
            </a:extLst>
          </p:cNvPr>
          <p:cNvPicPr>
            <a:picLocks noGrp="1" noChangeAspect="1"/>
          </p:cNvPicPr>
          <p:nvPr>
            <p:ph idx="1"/>
          </p:nvPr>
        </p:nvPicPr>
        <p:blipFill>
          <a:blip r:embed="rId2"/>
          <a:stretch>
            <a:fillRect/>
          </a:stretch>
        </p:blipFill>
        <p:spPr>
          <a:xfrm>
            <a:off x="248600" y="2607733"/>
            <a:ext cx="8741657" cy="2556933"/>
          </a:xfrm>
          <a:prstGeom prst="rect">
            <a:avLst/>
          </a:prstGeom>
        </p:spPr>
      </p:pic>
    </p:spTree>
    <p:extLst>
      <p:ext uri="{BB962C8B-B14F-4D97-AF65-F5344CB8AC3E}">
        <p14:creationId xmlns:p14="http://schemas.microsoft.com/office/powerpoint/2010/main" val="3285806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602C995-9AAF-9F01-8A3B-CA01DFC5C8FE}"/>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868A10-1E52-444A-D7C1-49BDF6E60F71}"/>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Design Diagrams </a:t>
            </a:r>
          </a:p>
        </p:txBody>
      </p:sp>
      <p:pic>
        <p:nvPicPr>
          <p:cNvPr id="5" name="Content Placeholder 4" descr="A diagram of a system&#10;&#10;AI-generated content may be incorrect.">
            <a:extLst>
              <a:ext uri="{FF2B5EF4-FFF2-40B4-BE49-F238E27FC236}">
                <a16:creationId xmlns:a16="http://schemas.microsoft.com/office/drawing/2014/main" id="{393D3AF1-AFAF-39F4-7AB1-718C4B189F1A}"/>
              </a:ext>
            </a:extLst>
          </p:cNvPr>
          <p:cNvPicPr>
            <a:picLocks noGrp="1" noChangeAspect="1"/>
          </p:cNvPicPr>
          <p:nvPr>
            <p:ph idx="1"/>
          </p:nvPr>
        </p:nvPicPr>
        <p:blipFill>
          <a:blip r:embed="rId2"/>
          <a:stretch>
            <a:fillRect/>
          </a:stretch>
        </p:blipFill>
        <p:spPr>
          <a:xfrm>
            <a:off x="482600" y="1745839"/>
            <a:ext cx="8178799" cy="4252975"/>
          </a:xfrm>
          <a:prstGeom prst="rect">
            <a:avLst/>
          </a:prstGeom>
        </p:spPr>
      </p:pic>
    </p:spTree>
    <p:extLst>
      <p:ext uri="{BB962C8B-B14F-4D97-AF65-F5344CB8AC3E}">
        <p14:creationId xmlns:p14="http://schemas.microsoft.com/office/powerpoint/2010/main" val="2422271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C2D312-06BE-F9F7-571D-A48200B88D7C}"/>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7B4C4B-F094-D579-50EE-AC4E2B0E9AB8}"/>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Design Diagrams </a:t>
            </a:r>
          </a:p>
        </p:txBody>
      </p:sp>
      <p:pic>
        <p:nvPicPr>
          <p:cNvPr id="5" name="Content Placeholder 4" descr="A diagram of a company&#10;&#10;AI-generated content may be incorrect.">
            <a:extLst>
              <a:ext uri="{FF2B5EF4-FFF2-40B4-BE49-F238E27FC236}">
                <a16:creationId xmlns:a16="http://schemas.microsoft.com/office/drawing/2014/main" id="{F2731C93-F7AE-9220-A4A1-62AB1C7B8BB6}"/>
              </a:ext>
            </a:extLst>
          </p:cNvPr>
          <p:cNvPicPr>
            <a:picLocks noGrp="1" noChangeAspect="1"/>
          </p:cNvPicPr>
          <p:nvPr>
            <p:ph idx="1"/>
          </p:nvPr>
        </p:nvPicPr>
        <p:blipFill>
          <a:blip r:embed="rId2"/>
          <a:stretch>
            <a:fillRect/>
          </a:stretch>
        </p:blipFill>
        <p:spPr>
          <a:xfrm>
            <a:off x="293668" y="2484174"/>
            <a:ext cx="8655654" cy="3332425"/>
          </a:xfrm>
          <a:prstGeom prst="rect">
            <a:avLst/>
          </a:prstGeom>
        </p:spPr>
      </p:pic>
    </p:spTree>
    <p:extLst>
      <p:ext uri="{BB962C8B-B14F-4D97-AF65-F5344CB8AC3E}">
        <p14:creationId xmlns:p14="http://schemas.microsoft.com/office/powerpoint/2010/main" val="621685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US" sz="4000" dirty="0">
                <a:latin typeface="Times New Roman" panose="02020603050405020304" pitchFamily="18" charset="0"/>
                <a:cs typeface="Times New Roman" panose="02020603050405020304" pitchFamily="18" charset="0"/>
              </a:rPr>
              <a:t>Major Project Constraints</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onnsiteX0" fmla="*/ 0 w 5410200"/>
              <a:gd name="connsiteY0" fmla="*/ 0 h 13716"/>
              <a:gd name="connsiteX1" fmla="*/ 568071 w 5410200"/>
              <a:gd name="connsiteY1" fmla="*/ 0 h 13716"/>
              <a:gd name="connsiteX2" fmla="*/ 1298448 w 5410200"/>
              <a:gd name="connsiteY2" fmla="*/ 0 h 13716"/>
              <a:gd name="connsiteX3" fmla="*/ 1920621 w 5410200"/>
              <a:gd name="connsiteY3" fmla="*/ 0 h 13716"/>
              <a:gd name="connsiteX4" fmla="*/ 2488692 w 5410200"/>
              <a:gd name="connsiteY4" fmla="*/ 0 h 13716"/>
              <a:gd name="connsiteX5" fmla="*/ 3219069 w 5410200"/>
              <a:gd name="connsiteY5" fmla="*/ 0 h 13716"/>
              <a:gd name="connsiteX6" fmla="*/ 3895344 w 5410200"/>
              <a:gd name="connsiteY6" fmla="*/ 0 h 13716"/>
              <a:gd name="connsiteX7" fmla="*/ 4571619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328160 w 5410200"/>
              <a:gd name="connsiteY11" fmla="*/ 13716 h 13716"/>
              <a:gd name="connsiteX12" fmla="*/ 3597783 w 5410200"/>
              <a:gd name="connsiteY12" fmla="*/ 13716 h 13716"/>
              <a:gd name="connsiteX13" fmla="*/ 3029712 w 5410200"/>
              <a:gd name="connsiteY13" fmla="*/ 13716 h 13716"/>
              <a:gd name="connsiteX14" fmla="*/ 2299335 w 5410200"/>
              <a:gd name="connsiteY14" fmla="*/ 13716 h 13716"/>
              <a:gd name="connsiteX15" fmla="*/ 1514856 w 5410200"/>
              <a:gd name="connsiteY15" fmla="*/ 13716 h 13716"/>
              <a:gd name="connsiteX16" fmla="*/ 892683 w 5410200"/>
              <a:gd name="connsiteY16" fmla="*/ 13716 h 13716"/>
              <a:gd name="connsiteX17" fmla="*/ 0 w 5410200"/>
              <a:gd name="connsiteY17" fmla="*/ 13716 h 13716"/>
              <a:gd name="connsiteX18" fmla="*/ 0 w 5410200"/>
              <a:gd name="connsiteY1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F4C52393-CBD2-E3E5-EBE5-2B190A89BE9D}"/>
              </a:ext>
            </a:extLst>
          </p:cNvPr>
          <p:cNvGraphicFramePr>
            <a:graphicFrameLocks noGrp="1"/>
          </p:cNvGraphicFramePr>
          <p:nvPr>
            <p:ph idx="1"/>
            <p:extLst>
              <p:ext uri="{D42A27DB-BD31-4B8C-83A1-F6EECF244321}">
                <p14:modId xmlns:p14="http://schemas.microsoft.com/office/powerpoint/2010/main" val="998921926"/>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8DED6BC-9A3E-48D4-AD7C-A56D63F54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9926" y="1371600"/>
            <a:ext cx="3396984"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p:cNvSpPr>
            <a:spLocks noGrp="1"/>
          </p:cNvSpPr>
          <p:nvPr>
            <p:ph type="title"/>
          </p:nvPr>
        </p:nvSpPr>
        <p:spPr>
          <a:xfrm>
            <a:off x="750705" y="685801"/>
            <a:ext cx="2621145" cy="5491162"/>
          </a:xfrm>
        </p:spPr>
        <p:txBody>
          <a:bodyPr>
            <a:normAutofit/>
          </a:bodyPr>
          <a:lstStyle/>
          <a:p>
            <a:r>
              <a:rPr dirty="0">
                <a:latin typeface="Times New Roman" panose="02020603050405020304" pitchFamily="18" charset="0"/>
                <a:cs typeface="Times New Roman" panose="02020603050405020304" pitchFamily="18" charset="0"/>
              </a:rPr>
              <a:t>Review of Project Progress</a:t>
            </a:r>
          </a:p>
        </p:txBody>
      </p:sp>
      <p:graphicFrame>
        <p:nvGraphicFramePr>
          <p:cNvPr id="5" name="Content Placeholder 2">
            <a:extLst>
              <a:ext uri="{FF2B5EF4-FFF2-40B4-BE49-F238E27FC236}">
                <a16:creationId xmlns:a16="http://schemas.microsoft.com/office/drawing/2014/main" id="{F4D95077-0422-B4CB-9B68-45092222EE81}"/>
              </a:ext>
            </a:extLst>
          </p:cNvPr>
          <p:cNvGraphicFramePr>
            <a:graphicFrameLocks noGrp="1"/>
          </p:cNvGraphicFramePr>
          <p:nvPr>
            <p:ph idx="1"/>
            <p:extLst>
              <p:ext uri="{D42A27DB-BD31-4B8C-83A1-F6EECF244321}">
                <p14:modId xmlns:p14="http://schemas.microsoft.com/office/powerpoint/2010/main" val="2827731772"/>
              </p:ext>
            </p:extLst>
          </p:nvPr>
        </p:nvGraphicFramePr>
        <p:xfrm>
          <a:off x="3526910" y="838199"/>
          <a:ext cx="4988440" cy="53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Expected Accomplishments</a:t>
            </a:r>
          </a:p>
        </p:txBody>
      </p:sp>
      <p:graphicFrame>
        <p:nvGraphicFramePr>
          <p:cNvPr id="5" name="Content Placeholder 2">
            <a:extLst>
              <a:ext uri="{FF2B5EF4-FFF2-40B4-BE49-F238E27FC236}">
                <a16:creationId xmlns:a16="http://schemas.microsoft.com/office/drawing/2014/main" id="{0A6AF410-15FC-7363-72B7-C3E2BC31408C}"/>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US" sz="4700"/>
              <a:t>Division of Work</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251960"/>
          </a:xfrm>
        </p:spPr>
        <p:txBody>
          <a:bodyPr>
            <a:normAutofit/>
          </a:bodyPr>
          <a:lstStyle/>
          <a:p>
            <a:pPr marL="0" indent="0">
              <a:buNone/>
            </a:pPr>
            <a:r>
              <a:rPr lang="en-US" sz="1900" dirty="0">
                <a:solidFill>
                  <a:srgbClr val="FF0000"/>
                </a:solidFill>
                <a:latin typeface="Times New Roman" panose="02020603050405020304" pitchFamily="18" charset="0"/>
                <a:cs typeface="Times New Roman" panose="02020603050405020304" pitchFamily="18" charset="0"/>
              </a:rPr>
              <a:t>Sethu Kruthin Nagari – Research, Design &amp; Testing</a:t>
            </a:r>
          </a:p>
          <a:p>
            <a:pPr marL="0" indent="0">
              <a:buNone/>
            </a:pPr>
            <a:endParaRPr lang="en-US" sz="1900" dirty="0">
              <a:solidFill>
                <a:srgbClr val="FF0000"/>
              </a:solidFill>
              <a:latin typeface="Times New Roman" panose="02020603050405020304" pitchFamily="18" charset="0"/>
              <a:cs typeface="Times New Roman" panose="02020603050405020304" pitchFamily="18" charset="0"/>
            </a:endParaRPr>
          </a:p>
          <a:p>
            <a:r>
              <a:rPr lang="en-US" sz="1900" dirty="0">
                <a:latin typeface="Times New Roman" panose="02020603050405020304" pitchFamily="18" charset="0"/>
                <a:cs typeface="Times New Roman" panose="02020603050405020304" pitchFamily="18" charset="0"/>
              </a:rPr>
              <a:t>Researches travel APIs (flights, hotels, activities)</a:t>
            </a:r>
          </a:p>
          <a:p>
            <a:r>
              <a:rPr lang="en-US" sz="1900" dirty="0">
                <a:latin typeface="Times New Roman" panose="02020603050405020304" pitchFamily="18" charset="0"/>
                <a:cs typeface="Times New Roman" panose="02020603050405020304" pitchFamily="18" charset="0"/>
              </a:rPr>
              <a:t>Specifies user requirements (budget, travel dates, interests)</a:t>
            </a:r>
          </a:p>
          <a:p>
            <a:r>
              <a:rPr lang="en-US" sz="1900" dirty="0">
                <a:latin typeface="Times New Roman" panose="02020603050405020304" pitchFamily="18" charset="0"/>
                <a:cs typeface="Times New Roman" panose="02020603050405020304" pitchFamily="18" charset="0"/>
              </a:rPr>
              <a:t>Designs the high-level database schema</a:t>
            </a:r>
          </a:p>
          <a:p>
            <a:r>
              <a:rPr lang="en-US" sz="1900" dirty="0">
                <a:latin typeface="Times New Roman" panose="02020603050405020304" pitchFamily="18" charset="0"/>
                <a:cs typeface="Times New Roman" panose="02020603050405020304" pitchFamily="18" charset="0"/>
              </a:rPr>
              <a:t>Develops the itinerary builder module</a:t>
            </a:r>
          </a:p>
          <a:p>
            <a:r>
              <a:rPr lang="en-US" sz="1900" dirty="0">
                <a:latin typeface="Times New Roman" panose="02020603050405020304" pitchFamily="18" charset="0"/>
                <a:cs typeface="Times New Roman" panose="02020603050405020304" pitchFamily="18" charset="0"/>
              </a:rPr>
              <a:t>Tests the input module for data validation</a:t>
            </a:r>
          </a:p>
          <a:p>
            <a:r>
              <a:rPr lang="en-US" sz="1900" dirty="0">
                <a:latin typeface="Times New Roman" panose="02020603050405020304" pitchFamily="18" charset="0"/>
                <a:cs typeface="Times New Roman" panose="02020603050405020304" pitchFamily="18" charset="0"/>
              </a:rPr>
              <a:t>Refines itinerary builder output (formatting &amp; PDF export)</a:t>
            </a:r>
          </a:p>
          <a:p>
            <a:r>
              <a:rPr lang="en-US" sz="1900" dirty="0">
                <a:latin typeface="Times New Roman" panose="02020603050405020304" pitchFamily="18" charset="0"/>
                <a:cs typeface="Times New Roman" panose="02020603050405020304" pitchFamily="18" charset="0"/>
              </a:rPr>
              <a:t>Documents system modules, workflows, and user instructions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E88C52-D5C6-F9F3-87AE-1C389027A80F}"/>
              </a:ext>
            </a:extLst>
          </p:cNvPr>
          <p:cNvSpPr>
            <a:spLocks noGrp="1"/>
          </p:cNvSpPr>
          <p:nvPr>
            <p:ph type="title"/>
          </p:nvPr>
        </p:nvSpPr>
        <p:spPr>
          <a:xfrm>
            <a:off x="628650" y="365125"/>
            <a:ext cx="7886700" cy="1325563"/>
          </a:xfrm>
        </p:spPr>
        <p:txBody>
          <a:bodyPr>
            <a:normAutofit/>
          </a:bodyPr>
          <a:lstStyle/>
          <a:p>
            <a:r>
              <a:rPr lang="en-US" sz="4700"/>
              <a:t>Division of Work</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EEA5816-8393-01A6-1B48-E747BC931A4D}"/>
              </a:ext>
            </a:extLst>
          </p:cNvPr>
          <p:cNvSpPr>
            <a:spLocks noGrp="1"/>
          </p:cNvSpPr>
          <p:nvPr>
            <p:ph idx="1"/>
          </p:nvPr>
        </p:nvSpPr>
        <p:spPr>
          <a:xfrm>
            <a:off x="628650" y="1929384"/>
            <a:ext cx="7886700" cy="4251960"/>
          </a:xfrm>
        </p:spPr>
        <p:txBody>
          <a:bodyPr>
            <a:normAutofit/>
          </a:bodyPr>
          <a:lstStyle/>
          <a:p>
            <a:pPr marL="0" indent="0">
              <a:buNone/>
            </a:pPr>
            <a:r>
              <a:rPr lang="en-US" sz="1900" dirty="0">
                <a:solidFill>
                  <a:srgbClr val="FF0000"/>
                </a:solidFill>
                <a:latin typeface="Times New Roman" panose="02020603050405020304" pitchFamily="18" charset="0"/>
                <a:cs typeface="Times New Roman" panose="02020603050405020304" pitchFamily="18" charset="0"/>
              </a:rPr>
              <a:t>Sai Venkata Subhash </a:t>
            </a:r>
            <a:r>
              <a:rPr lang="en-US" sz="1900" dirty="0" err="1">
                <a:solidFill>
                  <a:srgbClr val="FF0000"/>
                </a:solidFill>
                <a:latin typeface="Times New Roman" panose="02020603050405020304" pitchFamily="18" charset="0"/>
                <a:cs typeface="Times New Roman" panose="02020603050405020304" pitchFamily="18" charset="0"/>
              </a:rPr>
              <a:t>Vakkalagadda</a:t>
            </a:r>
            <a:r>
              <a:rPr lang="en-US" sz="1900" dirty="0">
                <a:solidFill>
                  <a:srgbClr val="FF0000"/>
                </a:solidFill>
                <a:latin typeface="Times New Roman" panose="02020603050405020304" pitchFamily="18" charset="0"/>
                <a:cs typeface="Times New Roman" panose="02020603050405020304" pitchFamily="18" charset="0"/>
              </a:rPr>
              <a:t> – Development &amp; Integration</a:t>
            </a:r>
          </a:p>
          <a:p>
            <a:pPr marL="0" indent="0">
              <a:buNone/>
            </a:pPr>
            <a:r>
              <a:rPr lang="en-US" sz="1900" dirty="0">
                <a:latin typeface="Times New Roman" panose="02020603050405020304" pitchFamily="18" charset="0"/>
                <a:cs typeface="Times New Roman" panose="02020603050405020304" pitchFamily="18" charset="0"/>
              </a:rPr>
              <a:t> </a:t>
            </a:r>
          </a:p>
          <a:p>
            <a:r>
              <a:rPr lang="en-US" sz="1900" dirty="0">
                <a:latin typeface="Times New Roman" panose="02020603050405020304" pitchFamily="18" charset="0"/>
                <a:cs typeface="Times New Roman" panose="02020603050405020304" pitchFamily="18" charset="0"/>
              </a:rPr>
              <a:t>Develops user input forms (budget, date picker, interests)</a:t>
            </a:r>
          </a:p>
          <a:p>
            <a:r>
              <a:rPr lang="en-US" sz="1900" dirty="0">
                <a:latin typeface="Times New Roman" panose="02020603050405020304" pitchFamily="18" charset="0"/>
                <a:cs typeface="Times New Roman" panose="02020603050405020304" pitchFamily="18" charset="0"/>
              </a:rPr>
              <a:t>Implements the database schema and backend connectivity</a:t>
            </a:r>
          </a:p>
          <a:p>
            <a:r>
              <a:rPr lang="en-US" sz="1900" dirty="0">
                <a:latin typeface="Times New Roman" panose="02020603050405020304" pitchFamily="18" charset="0"/>
                <a:cs typeface="Times New Roman" panose="02020603050405020304" pitchFamily="18" charset="0"/>
              </a:rPr>
              <a:t>Designs the AI-based recommendation engine</a:t>
            </a:r>
          </a:p>
          <a:p>
            <a:r>
              <a:rPr lang="en-US" sz="1900" dirty="0">
                <a:latin typeface="Times New Roman" panose="02020603050405020304" pitchFamily="18" charset="0"/>
                <a:cs typeface="Times New Roman" panose="02020603050405020304" pitchFamily="18" charset="0"/>
              </a:rPr>
              <a:t>Integrates flight and hotel booking APIs</a:t>
            </a:r>
          </a:p>
          <a:p>
            <a:r>
              <a:rPr lang="en-US" sz="1900" dirty="0">
                <a:latin typeface="Times New Roman" panose="02020603050405020304" pitchFamily="18" charset="0"/>
                <a:cs typeface="Times New Roman" panose="02020603050405020304" pitchFamily="18" charset="0"/>
              </a:rPr>
              <a:t>Creates database queries for user preferences and travel history</a:t>
            </a:r>
          </a:p>
          <a:p>
            <a:r>
              <a:rPr lang="en-US" sz="1900" dirty="0">
                <a:latin typeface="Times New Roman" panose="02020603050405020304" pitchFamily="18" charset="0"/>
                <a:cs typeface="Times New Roman" panose="02020603050405020304" pitchFamily="18" charset="0"/>
              </a:rPr>
              <a:t>Tests the recommendation engine for accuracy and performance</a:t>
            </a:r>
          </a:p>
          <a:p>
            <a:r>
              <a:rPr lang="en-US" sz="1900" dirty="0">
                <a:latin typeface="Times New Roman" panose="02020603050405020304" pitchFamily="18" charset="0"/>
                <a:cs typeface="Times New Roman" panose="02020603050405020304" pitchFamily="18" charset="0"/>
              </a:rPr>
              <a:t>Validates API integrations through simulated bookings</a:t>
            </a:r>
          </a:p>
          <a:p>
            <a:pPr marL="0" indent="0">
              <a:buNone/>
            </a:pPr>
            <a:endParaRPr lang="en-US" sz="1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17448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US" sz="4700"/>
              <a:t>Expected Demo at Expo</a:t>
            </a:r>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1865313"/>
            <a:ext cx="7818120" cy="18288"/>
          </a:xfrm>
          <a:custGeom>
            <a:avLst/>
            <a:gdLst>
              <a:gd name="connsiteX0" fmla="*/ 0 w 7818120"/>
              <a:gd name="connsiteY0" fmla="*/ 0 h 18288"/>
              <a:gd name="connsiteX1" fmla="*/ 416966 w 7818120"/>
              <a:gd name="connsiteY1" fmla="*/ 0 h 18288"/>
              <a:gd name="connsiteX2" fmla="*/ 1146658 w 7818120"/>
              <a:gd name="connsiteY2" fmla="*/ 0 h 18288"/>
              <a:gd name="connsiteX3" fmla="*/ 1563624 w 7818120"/>
              <a:gd name="connsiteY3" fmla="*/ 0 h 18288"/>
              <a:gd name="connsiteX4" fmla="*/ 2136953 w 7818120"/>
              <a:gd name="connsiteY4" fmla="*/ 0 h 18288"/>
              <a:gd name="connsiteX5" fmla="*/ 2944825 w 7818120"/>
              <a:gd name="connsiteY5" fmla="*/ 0 h 18288"/>
              <a:gd name="connsiteX6" fmla="*/ 3596335 w 7818120"/>
              <a:gd name="connsiteY6" fmla="*/ 0 h 18288"/>
              <a:gd name="connsiteX7" fmla="*/ 4326026 w 7818120"/>
              <a:gd name="connsiteY7" fmla="*/ 0 h 18288"/>
              <a:gd name="connsiteX8" fmla="*/ 4899355 w 7818120"/>
              <a:gd name="connsiteY8" fmla="*/ 0 h 18288"/>
              <a:gd name="connsiteX9" fmla="*/ 5550865 w 7818120"/>
              <a:gd name="connsiteY9" fmla="*/ 0 h 18288"/>
              <a:gd name="connsiteX10" fmla="*/ 6358738 w 7818120"/>
              <a:gd name="connsiteY10" fmla="*/ 0 h 18288"/>
              <a:gd name="connsiteX11" fmla="*/ 6853885 w 7818120"/>
              <a:gd name="connsiteY11" fmla="*/ 0 h 18288"/>
              <a:gd name="connsiteX12" fmla="*/ 7818120 w 7818120"/>
              <a:gd name="connsiteY12" fmla="*/ 0 h 18288"/>
              <a:gd name="connsiteX13" fmla="*/ 7818120 w 7818120"/>
              <a:gd name="connsiteY13" fmla="*/ 18288 h 18288"/>
              <a:gd name="connsiteX14" fmla="*/ 7244791 w 7818120"/>
              <a:gd name="connsiteY14" fmla="*/ 18288 h 18288"/>
              <a:gd name="connsiteX15" fmla="*/ 6827825 w 7818120"/>
              <a:gd name="connsiteY15" fmla="*/ 18288 h 18288"/>
              <a:gd name="connsiteX16" fmla="*/ 6176315 w 7818120"/>
              <a:gd name="connsiteY16" fmla="*/ 18288 h 18288"/>
              <a:gd name="connsiteX17" fmla="*/ 5681167 w 7818120"/>
              <a:gd name="connsiteY17" fmla="*/ 18288 h 18288"/>
              <a:gd name="connsiteX18" fmla="*/ 5029657 w 7818120"/>
              <a:gd name="connsiteY18" fmla="*/ 18288 h 18288"/>
              <a:gd name="connsiteX19" fmla="*/ 4378147 w 7818120"/>
              <a:gd name="connsiteY19" fmla="*/ 18288 h 18288"/>
              <a:gd name="connsiteX20" fmla="*/ 3726637 w 7818120"/>
              <a:gd name="connsiteY20" fmla="*/ 18288 h 18288"/>
              <a:gd name="connsiteX21" fmla="*/ 3075127 w 7818120"/>
              <a:gd name="connsiteY21" fmla="*/ 18288 h 18288"/>
              <a:gd name="connsiteX22" fmla="*/ 2501798 w 7818120"/>
              <a:gd name="connsiteY22" fmla="*/ 18288 h 18288"/>
              <a:gd name="connsiteX23" fmla="*/ 1772107 w 7818120"/>
              <a:gd name="connsiteY23" fmla="*/ 18288 h 18288"/>
              <a:gd name="connsiteX24" fmla="*/ 1120597 w 7818120"/>
              <a:gd name="connsiteY24" fmla="*/ 18288 h 18288"/>
              <a:gd name="connsiteX25" fmla="*/ 0 w 7818120"/>
              <a:gd name="connsiteY25" fmla="*/ 18288 h 18288"/>
              <a:gd name="connsiteX26" fmla="*/ 0 w 7818120"/>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818120" h="18288" fill="none" extrusionOk="0">
                <a:moveTo>
                  <a:pt x="0" y="0"/>
                </a:moveTo>
                <a:cubicBezTo>
                  <a:pt x="121520" y="-12182"/>
                  <a:pt x="211324" y="18247"/>
                  <a:pt x="416966" y="0"/>
                </a:cubicBezTo>
                <a:cubicBezTo>
                  <a:pt x="622608" y="-18247"/>
                  <a:pt x="891241" y="-13744"/>
                  <a:pt x="1146658" y="0"/>
                </a:cubicBezTo>
                <a:cubicBezTo>
                  <a:pt x="1402075" y="13744"/>
                  <a:pt x="1378880" y="-8543"/>
                  <a:pt x="1563624" y="0"/>
                </a:cubicBezTo>
                <a:cubicBezTo>
                  <a:pt x="1748368" y="8543"/>
                  <a:pt x="1972300" y="7443"/>
                  <a:pt x="2136953" y="0"/>
                </a:cubicBezTo>
                <a:cubicBezTo>
                  <a:pt x="2301606" y="-7443"/>
                  <a:pt x="2679634" y="12382"/>
                  <a:pt x="2944825" y="0"/>
                </a:cubicBezTo>
                <a:cubicBezTo>
                  <a:pt x="3210016" y="-12382"/>
                  <a:pt x="3409232" y="17967"/>
                  <a:pt x="3596335" y="0"/>
                </a:cubicBezTo>
                <a:cubicBezTo>
                  <a:pt x="3783438" y="-17967"/>
                  <a:pt x="4002523" y="-28578"/>
                  <a:pt x="4326026" y="0"/>
                </a:cubicBezTo>
                <a:cubicBezTo>
                  <a:pt x="4649529" y="28578"/>
                  <a:pt x="4777384" y="-3624"/>
                  <a:pt x="4899355" y="0"/>
                </a:cubicBezTo>
                <a:cubicBezTo>
                  <a:pt x="5021326" y="3624"/>
                  <a:pt x="5317653" y="1281"/>
                  <a:pt x="5550865" y="0"/>
                </a:cubicBezTo>
                <a:cubicBezTo>
                  <a:pt x="5784077" y="-1281"/>
                  <a:pt x="6142956" y="-39637"/>
                  <a:pt x="6358738" y="0"/>
                </a:cubicBezTo>
                <a:cubicBezTo>
                  <a:pt x="6574520" y="39637"/>
                  <a:pt x="6724785" y="-4460"/>
                  <a:pt x="6853885" y="0"/>
                </a:cubicBezTo>
                <a:cubicBezTo>
                  <a:pt x="6982985" y="4460"/>
                  <a:pt x="7403044" y="-1955"/>
                  <a:pt x="7818120" y="0"/>
                </a:cubicBezTo>
                <a:cubicBezTo>
                  <a:pt x="7817988" y="7702"/>
                  <a:pt x="7817908" y="13511"/>
                  <a:pt x="7818120" y="18288"/>
                </a:cubicBezTo>
                <a:cubicBezTo>
                  <a:pt x="7698847" y="-3267"/>
                  <a:pt x="7390924" y="22979"/>
                  <a:pt x="7244791" y="18288"/>
                </a:cubicBezTo>
                <a:cubicBezTo>
                  <a:pt x="7098658" y="13597"/>
                  <a:pt x="6952735" y="29357"/>
                  <a:pt x="6827825" y="18288"/>
                </a:cubicBezTo>
                <a:cubicBezTo>
                  <a:pt x="6702915" y="7219"/>
                  <a:pt x="6338661" y="34530"/>
                  <a:pt x="6176315" y="18288"/>
                </a:cubicBezTo>
                <a:cubicBezTo>
                  <a:pt x="6013969" y="2047"/>
                  <a:pt x="5850602" y="6362"/>
                  <a:pt x="5681167" y="18288"/>
                </a:cubicBezTo>
                <a:cubicBezTo>
                  <a:pt x="5511732" y="30214"/>
                  <a:pt x="5312143" y="419"/>
                  <a:pt x="5029657" y="18288"/>
                </a:cubicBezTo>
                <a:cubicBezTo>
                  <a:pt x="4747171" y="36158"/>
                  <a:pt x="4655062" y="30740"/>
                  <a:pt x="4378147" y="18288"/>
                </a:cubicBezTo>
                <a:cubicBezTo>
                  <a:pt x="4101232" y="5837"/>
                  <a:pt x="4037646" y="44706"/>
                  <a:pt x="3726637" y="18288"/>
                </a:cubicBezTo>
                <a:cubicBezTo>
                  <a:pt x="3415628" y="-8130"/>
                  <a:pt x="3321756" y="45507"/>
                  <a:pt x="3075127" y="18288"/>
                </a:cubicBezTo>
                <a:cubicBezTo>
                  <a:pt x="2828498" y="-8931"/>
                  <a:pt x="2684733" y="14853"/>
                  <a:pt x="2501798" y="18288"/>
                </a:cubicBezTo>
                <a:cubicBezTo>
                  <a:pt x="2318863" y="21723"/>
                  <a:pt x="2121844" y="-13013"/>
                  <a:pt x="1772107" y="18288"/>
                </a:cubicBezTo>
                <a:cubicBezTo>
                  <a:pt x="1422370" y="49589"/>
                  <a:pt x="1431548" y="31666"/>
                  <a:pt x="1120597" y="18288"/>
                </a:cubicBezTo>
                <a:cubicBezTo>
                  <a:pt x="809646" y="4911"/>
                  <a:pt x="246393" y="56240"/>
                  <a:pt x="0" y="18288"/>
                </a:cubicBezTo>
                <a:cubicBezTo>
                  <a:pt x="129" y="13298"/>
                  <a:pt x="-675" y="6857"/>
                  <a:pt x="0" y="0"/>
                </a:cubicBezTo>
                <a:close/>
              </a:path>
              <a:path w="7818120" h="18288" stroke="0" extrusionOk="0">
                <a:moveTo>
                  <a:pt x="0" y="0"/>
                </a:moveTo>
                <a:cubicBezTo>
                  <a:pt x="177487" y="-4302"/>
                  <a:pt x="287499" y="4997"/>
                  <a:pt x="573329" y="0"/>
                </a:cubicBezTo>
                <a:cubicBezTo>
                  <a:pt x="859159" y="-4997"/>
                  <a:pt x="821965" y="-336"/>
                  <a:pt x="990295" y="0"/>
                </a:cubicBezTo>
                <a:cubicBezTo>
                  <a:pt x="1158625" y="336"/>
                  <a:pt x="1587918" y="-4681"/>
                  <a:pt x="1798168" y="0"/>
                </a:cubicBezTo>
                <a:cubicBezTo>
                  <a:pt x="2008418" y="4681"/>
                  <a:pt x="2088841" y="-2754"/>
                  <a:pt x="2371496" y="0"/>
                </a:cubicBezTo>
                <a:cubicBezTo>
                  <a:pt x="2654151" y="2754"/>
                  <a:pt x="2701462" y="-24976"/>
                  <a:pt x="2944825" y="0"/>
                </a:cubicBezTo>
                <a:cubicBezTo>
                  <a:pt x="3188188" y="24976"/>
                  <a:pt x="3511636" y="25407"/>
                  <a:pt x="3752698" y="0"/>
                </a:cubicBezTo>
                <a:cubicBezTo>
                  <a:pt x="3993760" y="-25407"/>
                  <a:pt x="4107153" y="6432"/>
                  <a:pt x="4247845" y="0"/>
                </a:cubicBezTo>
                <a:cubicBezTo>
                  <a:pt x="4388537" y="-6432"/>
                  <a:pt x="4835598" y="-5108"/>
                  <a:pt x="5055718" y="0"/>
                </a:cubicBezTo>
                <a:cubicBezTo>
                  <a:pt x="5275838" y="5108"/>
                  <a:pt x="5461006" y="-24536"/>
                  <a:pt x="5863590" y="0"/>
                </a:cubicBezTo>
                <a:cubicBezTo>
                  <a:pt x="6266174" y="24536"/>
                  <a:pt x="6355549" y="-19657"/>
                  <a:pt x="6515100" y="0"/>
                </a:cubicBezTo>
                <a:cubicBezTo>
                  <a:pt x="6674651" y="19657"/>
                  <a:pt x="7275423" y="-57462"/>
                  <a:pt x="7818120" y="0"/>
                </a:cubicBezTo>
                <a:cubicBezTo>
                  <a:pt x="7818132" y="8833"/>
                  <a:pt x="7818660" y="9830"/>
                  <a:pt x="7818120" y="18288"/>
                </a:cubicBezTo>
                <a:cubicBezTo>
                  <a:pt x="7610240" y="4606"/>
                  <a:pt x="7521789" y="7721"/>
                  <a:pt x="7401154" y="18288"/>
                </a:cubicBezTo>
                <a:cubicBezTo>
                  <a:pt x="7280519" y="28855"/>
                  <a:pt x="6930719" y="4225"/>
                  <a:pt x="6593281" y="18288"/>
                </a:cubicBezTo>
                <a:cubicBezTo>
                  <a:pt x="6255843" y="32351"/>
                  <a:pt x="6286682" y="1162"/>
                  <a:pt x="6098134" y="18288"/>
                </a:cubicBezTo>
                <a:cubicBezTo>
                  <a:pt x="5909586" y="35414"/>
                  <a:pt x="5602789" y="48596"/>
                  <a:pt x="5446624" y="18288"/>
                </a:cubicBezTo>
                <a:cubicBezTo>
                  <a:pt x="5290459" y="-12020"/>
                  <a:pt x="4917039" y="21960"/>
                  <a:pt x="4638751" y="18288"/>
                </a:cubicBezTo>
                <a:cubicBezTo>
                  <a:pt x="4360463" y="14616"/>
                  <a:pt x="4304690" y="5450"/>
                  <a:pt x="3987241" y="18288"/>
                </a:cubicBezTo>
                <a:cubicBezTo>
                  <a:pt x="3669792" y="31127"/>
                  <a:pt x="3758742" y="32551"/>
                  <a:pt x="3570275" y="18288"/>
                </a:cubicBezTo>
                <a:cubicBezTo>
                  <a:pt x="3381808" y="4025"/>
                  <a:pt x="3267153" y="36200"/>
                  <a:pt x="3075127" y="18288"/>
                </a:cubicBezTo>
                <a:cubicBezTo>
                  <a:pt x="2883101" y="376"/>
                  <a:pt x="2665825" y="10973"/>
                  <a:pt x="2267255" y="18288"/>
                </a:cubicBezTo>
                <a:cubicBezTo>
                  <a:pt x="1868685" y="25603"/>
                  <a:pt x="1884698" y="28410"/>
                  <a:pt x="1615745" y="18288"/>
                </a:cubicBezTo>
                <a:cubicBezTo>
                  <a:pt x="1346792" y="8167"/>
                  <a:pt x="1320952" y="10430"/>
                  <a:pt x="1120597" y="18288"/>
                </a:cubicBezTo>
                <a:cubicBezTo>
                  <a:pt x="920242" y="26146"/>
                  <a:pt x="556507" y="50790"/>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38EB4933-A661-5D7F-585F-57E97784666D}"/>
              </a:ext>
            </a:extLst>
          </p:cNvPr>
          <p:cNvGraphicFramePr>
            <a:graphicFrameLocks noGrp="1"/>
          </p:cNvGraphicFramePr>
          <p:nvPr>
            <p:ph idx="1"/>
            <p:extLst>
              <p:ext uri="{D42A27DB-BD31-4B8C-83A1-F6EECF244321}">
                <p14:modId xmlns:p14="http://schemas.microsoft.com/office/powerpoint/2010/main" val="1778270764"/>
              </p:ext>
            </p:extLst>
          </p:nvPr>
        </p:nvGraphicFramePr>
        <p:xfrm>
          <a:off x="628650" y="2228087"/>
          <a:ext cx="78867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E0E1F75-14F2-3B8C-FC2E-DD7E14BE29CC}"/>
              </a:ext>
            </a:extLst>
          </p:cNvPr>
          <p:cNvSpPr>
            <a:spLocks noGrp="1"/>
          </p:cNvSpPr>
          <p:nvPr>
            <p:ph idx="1"/>
          </p:nvPr>
        </p:nvSpPr>
        <p:spPr>
          <a:xfrm>
            <a:off x="3335481" y="591344"/>
            <a:ext cx="5179868" cy="5585619"/>
          </a:xfrm>
        </p:spPr>
        <p:txBody>
          <a:bodyPr anchor="ctr">
            <a:normAutofit/>
          </a:bodyPr>
          <a:lstStyle/>
          <a:p>
            <a:r>
              <a:rPr lang="en-US" sz="8000" dirty="0"/>
              <a:t>Thank You</a:t>
            </a:r>
          </a:p>
        </p:txBody>
      </p:sp>
    </p:spTree>
    <p:extLst>
      <p:ext uri="{BB962C8B-B14F-4D97-AF65-F5344CB8AC3E}">
        <p14:creationId xmlns:p14="http://schemas.microsoft.com/office/powerpoint/2010/main" val="29595877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4207</TotalTime>
  <Words>564</Words>
  <Application>Microsoft Macintosh PowerPoint</Application>
  <PresentationFormat>On-screen Show (4:3)</PresentationFormat>
  <Paragraphs>62</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PowerPoint Presentation</vt:lpstr>
      <vt:lpstr>Smart Travel Agent</vt:lpstr>
      <vt:lpstr>Team Members</vt:lpstr>
      <vt:lpstr>Project Abstract</vt:lpstr>
      <vt:lpstr>User Stories </vt:lpstr>
      <vt:lpstr>Design Diagrams </vt:lpstr>
      <vt:lpstr>Design Diagrams </vt:lpstr>
      <vt:lpstr>Design Diagrams </vt:lpstr>
      <vt:lpstr>Major Project Constraints</vt:lpstr>
      <vt:lpstr>Review of Project Progress</vt:lpstr>
      <vt:lpstr>Expected Accomplishments</vt:lpstr>
      <vt:lpstr>Division of Work</vt:lpstr>
      <vt:lpstr>Division of Work</vt:lpstr>
      <vt:lpstr>Expected Demo at Expo</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Nagari, Sethu Kruthin (nagarisn)</cp:lastModifiedBy>
  <cp:revision>4</cp:revision>
  <dcterms:created xsi:type="dcterms:W3CDTF">2013-01-27T09:14:16Z</dcterms:created>
  <dcterms:modified xsi:type="dcterms:W3CDTF">2025-10-28T15:50:57Z</dcterms:modified>
  <cp:category/>
</cp:coreProperties>
</file>